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1" r:id="rId11"/>
    <p:sldMasterId id="2147483663" r:id="rId12"/>
    <p:sldMasterId id="2147483665" r:id="rId13"/>
    <p:sldMasterId id="2147483667" r:id="rId14"/>
    <p:sldMasterId id="2147483669" r:id="rId15"/>
    <p:sldMasterId id="2147483671" r:id="rId16"/>
    <p:sldMasterId id="214748367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</p:sldIdLst>
  <p:sldSz cy="6858000" cx="9144000"/>
  <p:notesSz cx="7315200" cy="9601200"/>
  <p:embeddedFontLst>
    <p:embeddedFont>
      <p:font typeface="Tahoma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4" roundtripDataSignature="AMtx7miIz+5kJ32fEXMPyZ9jOr5JXbm8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2.xml"/><Relationship Id="rId20" Type="http://schemas.openxmlformats.org/officeDocument/2006/relationships/slide" Target="slides/slide2.xml"/><Relationship Id="rId42" Type="http://schemas.openxmlformats.org/officeDocument/2006/relationships/font" Target="fonts/Tahoma-regular.fntdata"/><Relationship Id="rId41" Type="http://schemas.openxmlformats.org/officeDocument/2006/relationships/slide" Target="slides/slide23.xml"/><Relationship Id="rId22" Type="http://schemas.openxmlformats.org/officeDocument/2006/relationships/slide" Target="slides/slide4.xml"/><Relationship Id="rId44" Type="http://customschemas.google.com/relationships/presentationmetadata" Target="metadata"/><Relationship Id="rId21" Type="http://schemas.openxmlformats.org/officeDocument/2006/relationships/slide" Target="slides/slide3.xml"/><Relationship Id="rId43" Type="http://schemas.openxmlformats.org/officeDocument/2006/relationships/font" Target="fonts/Tahoma-bold.fntdata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33" Type="http://schemas.openxmlformats.org/officeDocument/2006/relationships/slide" Target="slides/slide15.xml"/><Relationship Id="rId10" Type="http://schemas.openxmlformats.org/officeDocument/2006/relationships/slideMaster" Target="slideMasters/slideMaster7.xml"/><Relationship Id="rId32" Type="http://schemas.openxmlformats.org/officeDocument/2006/relationships/slide" Target="slides/slide14.xml"/><Relationship Id="rId13" Type="http://schemas.openxmlformats.org/officeDocument/2006/relationships/slideMaster" Target="slideMasters/slideMaster10.xml"/><Relationship Id="rId35" Type="http://schemas.openxmlformats.org/officeDocument/2006/relationships/slide" Target="slides/slide17.xml"/><Relationship Id="rId12" Type="http://schemas.openxmlformats.org/officeDocument/2006/relationships/slideMaster" Target="slideMasters/slideMaster9.xml"/><Relationship Id="rId34" Type="http://schemas.openxmlformats.org/officeDocument/2006/relationships/slide" Target="slides/slide16.xml"/><Relationship Id="rId15" Type="http://schemas.openxmlformats.org/officeDocument/2006/relationships/slideMaster" Target="slideMasters/slideMaster12.xml"/><Relationship Id="rId37" Type="http://schemas.openxmlformats.org/officeDocument/2006/relationships/slide" Target="slides/slide19.xml"/><Relationship Id="rId14" Type="http://schemas.openxmlformats.org/officeDocument/2006/relationships/slideMaster" Target="slideMasters/slideMaster11.xml"/><Relationship Id="rId36" Type="http://schemas.openxmlformats.org/officeDocument/2006/relationships/slide" Target="slides/slide18.xml"/><Relationship Id="rId17" Type="http://schemas.openxmlformats.org/officeDocument/2006/relationships/slideMaster" Target="slideMasters/slideMaster14.xml"/><Relationship Id="rId39" Type="http://schemas.openxmlformats.org/officeDocument/2006/relationships/slide" Target="slides/slide21.xml"/><Relationship Id="rId16" Type="http://schemas.openxmlformats.org/officeDocument/2006/relationships/slideMaster" Target="slideMasters/slideMaster13.xml"/><Relationship Id="rId38" Type="http://schemas.openxmlformats.org/officeDocument/2006/relationships/slide" Target="slides/slide20.xml"/><Relationship Id="rId19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865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8075" lIns="96175" spcFirstLastPara="1" rIns="96175" wrap="square" tIns="48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6550" y="0"/>
            <a:ext cx="316865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8075" lIns="96175" spcFirstLastPara="1" rIns="96175" wrap="square" tIns="48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75" lIns="96175" spcFirstLastPara="1" rIns="96175" wrap="square" tIns="480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3362"/>
            <a:ext cx="316865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8075" lIns="96175" spcFirstLastPara="1" rIns="96175" wrap="square" tIns="48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6550" y="9123362"/>
            <a:ext cx="316865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8075" lIns="96175" spcFirstLastPara="1" rIns="96175" wrap="square" tIns="48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0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1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2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:notes"/>
          <p:cNvSpPr txBox="1"/>
          <p:nvPr>
            <p:ph idx="1" type="body"/>
          </p:nvPr>
        </p:nvSpPr>
        <p:spPr>
          <a:xfrm>
            <a:off x="974725" y="4560887"/>
            <a:ext cx="5365750" cy="4318000"/>
          </a:xfrm>
          <a:prstGeom prst="rect">
            <a:avLst/>
          </a:prstGeom>
        </p:spPr>
        <p:txBody>
          <a:bodyPr anchorCtr="0" anchor="t" bIns="48075" lIns="96175" spcFirstLastPara="1" rIns="96175" wrap="square" tIns="4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3:notes"/>
          <p:cNvSpPr/>
          <p:nvPr>
            <p:ph idx="2" type="sldImg"/>
          </p:nvPr>
        </p:nvSpPr>
        <p:spPr>
          <a:xfrm>
            <a:off x="1257300" y="722312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80" name="Google Shape;80;p25"/>
          <p:cNvSpPr txBox="1"/>
          <p:nvPr>
            <p:ph idx="1" type="subTitle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64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showMasterSp="0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1" type="body"/>
          </p:nvPr>
        </p:nvSpPr>
        <p:spPr>
          <a:xfrm>
            <a:off x="838200" y="1295400"/>
            <a:ext cx="381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97" name="Google Shape;97;p29"/>
          <p:cNvSpPr txBox="1"/>
          <p:nvPr>
            <p:ph idx="2" type="body"/>
          </p:nvPr>
        </p:nvSpPr>
        <p:spPr>
          <a:xfrm>
            <a:off x="4800600" y="1295400"/>
            <a:ext cx="381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98" name="Google Shape;98;p29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showMasterSp="0" type="txOverObj">
  <p:cSld name="TEXT_OVER_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" type="body"/>
          </p:nvPr>
        </p:nvSpPr>
        <p:spPr>
          <a:xfrm>
            <a:off x="838200" y="1295400"/>
            <a:ext cx="77724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06" name="Google Shape;106;p31"/>
          <p:cNvSpPr txBox="1"/>
          <p:nvPr>
            <p:ph idx="2" type="body"/>
          </p:nvPr>
        </p:nvSpPr>
        <p:spPr>
          <a:xfrm>
            <a:off x="838200" y="3848100"/>
            <a:ext cx="77724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07" name="Google Shape;107;p31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" type="body"/>
          </p:nvPr>
        </p:nvSpPr>
        <p:spPr>
          <a:xfrm>
            <a:off x="838200" y="1295400"/>
            <a:ext cx="381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560"/>
              </a:spcBef>
              <a:spcAft>
                <a:spcPts val="0"/>
              </a:spcAft>
              <a:buSzPts val="3080"/>
              <a:buChar char="•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122" name="Google Shape;122;p35"/>
          <p:cNvSpPr txBox="1"/>
          <p:nvPr>
            <p:ph idx="2" type="body"/>
          </p:nvPr>
        </p:nvSpPr>
        <p:spPr>
          <a:xfrm>
            <a:off x="4800600" y="1295400"/>
            <a:ext cx="381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560"/>
              </a:spcBef>
              <a:spcAft>
                <a:spcPts val="0"/>
              </a:spcAft>
              <a:buSzPts val="3080"/>
              <a:buChar char="•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9pPr>
          </a:lstStyle>
          <a:p/>
        </p:txBody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71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9pPr>
          </a:lstStyle>
          <a:p/>
        </p:txBody>
      </p:sp>
      <p:sp>
        <p:nvSpPr>
          <p:cNvPr id="203" name="Google Shape;203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480"/>
              </a:spcBef>
              <a:spcAft>
                <a:spcPts val="0"/>
              </a:spcAft>
              <a:buSzPts val="2640"/>
              <a:buChar char="•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5pPr>
            <a:lvl6pPr indent="-289560" lvl="5" marL="27432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6pPr>
            <a:lvl7pPr indent="-289560" lvl="6" marL="32004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7pPr>
            <a:lvl8pPr indent="-289559" lvl="7" marL="36576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8pPr>
            <a:lvl9pPr indent="-289559" lvl="8" marL="41148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9pPr>
          </a:lstStyle>
          <a:p/>
        </p:txBody>
      </p:sp>
      <p:sp>
        <p:nvSpPr>
          <p:cNvPr id="204" name="Google Shape;204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71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9pPr>
          </a:lstStyle>
          <a:p/>
        </p:txBody>
      </p:sp>
      <p:sp>
        <p:nvSpPr>
          <p:cNvPr id="205" name="Google Shape;205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480"/>
              </a:spcBef>
              <a:spcAft>
                <a:spcPts val="0"/>
              </a:spcAft>
              <a:buSzPts val="2640"/>
              <a:buChar char="•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5pPr>
            <a:lvl6pPr indent="-289560" lvl="5" marL="27432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6pPr>
            <a:lvl7pPr indent="-289560" lvl="6" marL="32004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7pPr>
            <a:lvl8pPr indent="-289559" lvl="7" marL="36576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8pPr>
            <a:lvl9pPr indent="-289559" lvl="8" marL="4114800" algn="l">
              <a:spcBef>
                <a:spcPts val="320"/>
              </a:spcBef>
              <a:spcAft>
                <a:spcPts val="0"/>
              </a:spcAft>
              <a:buSzPts val="960"/>
              <a:buChar char="■"/>
              <a:defRPr sz="1600"/>
            </a:lvl9pPr>
          </a:lstStyle>
          <a:p/>
        </p:txBody>
      </p:sp>
      <p:sp>
        <p:nvSpPr>
          <p:cNvPr id="206" name="Google Shape;206;p40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119" lvl="0" marL="457200" algn="l">
              <a:spcBef>
                <a:spcPts val="640"/>
              </a:spcBef>
              <a:spcAft>
                <a:spcPts val="0"/>
              </a:spcAft>
              <a:buSzPts val="3520"/>
              <a:buChar char="•"/>
              <a:defRPr sz="3200"/>
            </a:lvl1pPr>
            <a:lvl2pPr indent="-335280" lvl="1" marL="9144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2pPr>
            <a:lvl3pPr indent="-373380" lvl="2" marL="1371600" algn="l">
              <a:spcBef>
                <a:spcPts val="480"/>
              </a:spcBef>
              <a:spcAft>
                <a:spcPts val="0"/>
              </a:spcAft>
              <a:buSzPts val="2280"/>
              <a:buChar char="⬥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4pPr>
            <a:lvl5pPr indent="-304800" lvl="4" marL="22860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5pPr>
            <a:lvl6pPr indent="-304800" lvl="5" marL="27432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6pPr>
            <a:lvl7pPr indent="-304800" lvl="6" marL="32004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7pPr>
            <a:lvl8pPr indent="-304800" lvl="7" marL="36576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8pPr>
            <a:lvl9pPr indent="-304800" lvl="8" marL="4114800" algn="l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2000"/>
            </a:lvl9pPr>
          </a:lstStyle>
          <a:p/>
        </p:txBody>
      </p:sp>
      <p:sp>
        <p:nvSpPr>
          <p:cNvPr id="220" name="Google Shape;220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9pPr>
          </a:lstStyle>
          <a:p/>
        </p:txBody>
      </p:sp>
      <p:sp>
        <p:nvSpPr>
          <p:cNvPr id="221" name="Google Shape;221;p44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8"/>
          <p:cNvSpPr txBox="1"/>
          <p:nvPr>
            <p:ph idx="1" type="body"/>
          </p:nvPr>
        </p:nvSpPr>
        <p:spPr>
          <a:xfrm rot="5400000">
            <a:off x="2247900" y="-114300"/>
            <a:ext cx="4953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38" name="Google Shape;238;p48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0"/>
          <p:cNvSpPr txBox="1"/>
          <p:nvPr>
            <p:ph type="title"/>
          </p:nvPr>
        </p:nvSpPr>
        <p:spPr>
          <a:xfrm rot="5400000">
            <a:off x="4838700" y="2247900"/>
            <a:ext cx="5943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0"/>
          <p:cNvSpPr txBox="1"/>
          <p:nvPr>
            <p:ph idx="1" type="body"/>
          </p:nvPr>
        </p:nvSpPr>
        <p:spPr>
          <a:xfrm rot="5400000">
            <a:off x="647700" y="266700"/>
            <a:ext cx="5943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46" name="Google Shape;246;p50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9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5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1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4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6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4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4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4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24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4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" name="Google Shape;15;p24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" name="Google Shape;16;p24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" name="Google Shape;17;p24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24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9" name="Google Shape;19;p24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0" name="Google Shape;20;p24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1" name="Google Shape;21;p24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2" name="Google Shape;22;p24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3" name="Google Shape;23;p24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4" name="Google Shape;24;p24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5" name="Google Shape;25;p24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6" name="Google Shape;26;p24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4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8" name="Google Shape;28;p24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9" name="Google Shape;29;p24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0" name="Google Shape;30;p24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1" name="Google Shape;31;p24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2" name="Google Shape;32;p24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3" name="Google Shape;33;p24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" name="Google Shape;34;p24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5" name="Google Shape;35;p24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6" name="Google Shape;36;p24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7" name="Google Shape;37;p24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" name="Google Shape;38;p24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9" name="Google Shape;39;p24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0" name="Google Shape;40;p24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" name="Google Shape;41;p24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24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3" name="Google Shape;43;p24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4" name="Google Shape;44;p24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5" name="Google Shape;45;p24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6" name="Google Shape;46;p24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7" name="Google Shape;47;p24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" name="Google Shape;48;p24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9" name="Google Shape;49;p24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0" name="Google Shape;50;p24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1" name="Google Shape;51;p24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2" name="Google Shape;52;p24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3" name="Google Shape;53;p24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4" name="Google Shape;54;p24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5" name="Google Shape;55;p24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24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24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24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24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24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24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24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24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24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65" name="Google Shape;65;p24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66" name="Google Shape;66;p24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4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24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24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70" name="Google Shape;70;p24"/>
              <p:cNvSpPr/>
              <p:nvPr/>
            </p:nvSpPr>
            <p:spPr>
              <a:xfrm flipH="1" rot="-5400000">
                <a:off x="425" y="860"/>
                <a:ext cx="156" cy="157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24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4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24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74" name="Google Shape;74;p24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24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76" name="Google Shape;76;p24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84" name="Google Shape;84;p26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92" name="Google Shape;92;p28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93" name="Google Shape;93;p28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01" name="Google Shape;101;p30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02" name="Google Shape;102;p30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0" name="Google Shape;110;p32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1" name="Google Shape;111;p32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4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34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18" name="Google Shape;118;p34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3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26" name="Google Shape;126;p36"/>
            <p:cNvGrpSpPr/>
            <p:nvPr/>
          </p:nvGrpSpPr>
          <p:grpSpPr>
            <a:xfrm>
              <a:off x="0" y="192"/>
              <a:ext cx="5760" cy="4032"/>
              <a:chOff x="0" y="192"/>
              <a:chExt cx="5760" cy="4032"/>
            </a:xfrm>
          </p:grpSpPr>
          <p:cxnSp>
            <p:nvCxnSpPr>
              <p:cNvPr id="127" name="Google Shape;127;p36"/>
              <p:cNvCxnSpPr/>
              <p:nvPr/>
            </p:nvCxnSpPr>
            <p:spPr>
              <a:xfrm>
                <a:off x="0" y="192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36"/>
              <p:cNvCxnSpPr/>
              <p:nvPr/>
            </p:nvCxnSpPr>
            <p:spPr>
              <a:xfrm>
                <a:off x="0" y="384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36"/>
              <p:cNvCxnSpPr/>
              <p:nvPr/>
            </p:nvCxnSpPr>
            <p:spPr>
              <a:xfrm>
                <a:off x="0" y="576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36"/>
              <p:cNvCxnSpPr/>
              <p:nvPr/>
            </p:nvCxnSpPr>
            <p:spPr>
              <a:xfrm>
                <a:off x="0" y="768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36"/>
              <p:cNvCxnSpPr/>
              <p:nvPr/>
            </p:nvCxnSpPr>
            <p:spPr>
              <a:xfrm>
                <a:off x="0" y="960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36"/>
              <p:cNvCxnSpPr/>
              <p:nvPr/>
            </p:nvCxnSpPr>
            <p:spPr>
              <a:xfrm>
                <a:off x="0" y="1152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36"/>
              <p:cNvCxnSpPr/>
              <p:nvPr/>
            </p:nvCxnSpPr>
            <p:spPr>
              <a:xfrm>
                <a:off x="0" y="1344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36"/>
              <p:cNvCxnSpPr/>
              <p:nvPr/>
            </p:nvCxnSpPr>
            <p:spPr>
              <a:xfrm>
                <a:off x="0" y="1536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36"/>
              <p:cNvCxnSpPr/>
              <p:nvPr/>
            </p:nvCxnSpPr>
            <p:spPr>
              <a:xfrm>
                <a:off x="0" y="1728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36"/>
              <p:cNvCxnSpPr/>
              <p:nvPr/>
            </p:nvCxnSpPr>
            <p:spPr>
              <a:xfrm>
                <a:off x="0" y="1920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36"/>
              <p:cNvCxnSpPr/>
              <p:nvPr/>
            </p:nvCxnSpPr>
            <p:spPr>
              <a:xfrm>
                <a:off x="0" y="2112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36"/>
              <p:cNvCxnSpPr/>
              <p:nvPr/>
            </p:nvCxnSpPr>
            <p:spPr>
              <a:xfrm>
                <a:off x="0" y="2304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36"/>
              <p:cNvCxnSpPr/>
              <p:nvPr/>
            </p:nvCxnSpPr>
            <p:spPr>
              <a:xfrm>
                <a:off x="0" y="2496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36"/>
              <p:cNvCxnSpPr/>
              <p:nvPr/>
            </p:nvCxnSpPr>
            <p:spPr>
              <a:xfrm>
                <a:off x="0" y="2688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36"/>
              <p:cNvCxnSpPr/>
              <p:nvPr/>
            </p:nvCxnSpPr>
            <p:spPr>
              <a:xfrm>
                <a:off x="0" y="2880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36"/>
              <p:cNvCxnSpPr/>
              <p:nvPr/>
            </p:nvCxnSpPr>
            <p:spPr>
              <a:xfrm>
                <a:off x="0" y="3072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36"/>
              <p:cNvCxnSpPr/>
              <p:nvPr/>
            </p:nvCxnSpPr>
            <p:spPr>
              <a:xfrm>
                <a:off x="0" y="3264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36"/>
              <p:cNvCxnSpPr/>
              <p:nvPr/>
            </p:nvCxnSpPr>
            <p:spPr>
              <a:xfrm>
                <a:off x="0" y="3456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36"/>
              <p:cNvCxnSpPr/>
              <p:nvPr/>
            </p:nvCxnSpPr>
            <p:spPr>
              <a:xfrm>
                <a:off x="0" y="3648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36"/>
              <p:cNvCxnSpPr/>
              <p:nvPr/>
            </p:nvCxnSpPr>
            <p:spPr>
              <a:xfrm>
                <a:off x="0" y="3840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36"/>
              <p:cNvCxnSpPr/>
              <p:nvPr/>
            </p:nvCxnSpPr>
            <p:spPr>
              <a:xfrm>
                <a:off x="0" y="4032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36"/>
              <p:cNvCxnSpPr/>
              <p:nvPr/>
            </p:nvCxnSpPr>
            <p:spPr>
              <a:xfrm>
                <a:off x="0" y="4224"/>
                <a:ext cx="5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49" name="Google Shape;149;p36"/>
            <p:cNvGrpSpPr/>
            <p:nvPr/>
          </p:nvGrpSpPr>
          <p:grpSpPr>
            <a:xfrm>
              <a:off x="192" y="0"/>
              <a:ext cx="5376" cy="4320"/>
              <a:chOff x="192" y="0"/>
              <a:chExt cx="5376" cy="4320"/>
            </a:xfrm>
          </p:grpSpPr>
          <p:cxnSp>
            <p:nvCxnSpPr>
              <p:cNvPr id="150" name="Google Shape;150;p36"/>
              <p:cNvCxnSpPr/>
              <p:nvPr/>
            </p:nvCxnSpPr>
            <p:spPr>
              <a:xfrm>
                <a:off x="19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36"/>
              <p:cNvCxnSpPr/>
              <p:nvPr/>
            </p:nvCxnSpPr>
            <p:spPr>
              <a:xfrm>
                <a:off x="38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36"/>
              <p:cNvCxnSpPr/>
              <p:nvPr/>
            </p:nvCxnSpPr>
            <p:spPr>
              <a:xfrm>
                <a:off x="57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36"/>
              <p:cNvCxnSpPr/>
              <p:nvPr/>
            </p:nvCxnSpPr>
            <p:spPr>
              <a:xfrm>
                <a:off x="76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36"/>
              <p:cNvCxnSpPr/>
              <p:nvPr/>
            </p:nvCxnSpPr>
            <p:spPr>
              <a:xfrm>
                <a:off x="960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36"/>
              <p:cNvCxnSpPr/>
              <p:nvPr/>
            </p:nvCxnSpPr>
            <p:spPr>
              <a:xfrm>
                <a:off x="115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36"/>
              <p:cNvCxnSpPr/>
              <p:nvPr/>
            </p:nvCxnSpPr>
            <p:spPr>
              <a:xfrm>
                <a:off x="134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36"/>
              <p:cNvCxnSpPr/>
              <p:nvPr/>
            </p:nvCxnSpPr>
            <p:spPr>
              <a:xfrm>
                <a:off x="153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8" name="Google Shape;158;p36"/>
              <p:cNvCxnSpPr/>
              <p:nvPr/>
            </p:nvCxnSpPr>
            <p:spPr>
              <a:xfrm>
                <a:off x="172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36"/>
              <p:cNvCxnSpPr/>
              <p:nvPr/>
            </p:nvCxnSpPr>
            <p:spPr>
              <a:xfrm>
                <a:off x="1920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36"/>
              <p:cNvCxnSpPr/>
              <p:nvPr/>
            </p:nvCxnSpPr>
            <p:spPr>
              <a:xfrm>
                <a:off x="211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36"/>
              <p:cNvCxnSpPr/>
              <p:nvPr/>
            </p:nvCxnSpPr>
            <p:spPr>
              <a:xfrm>
                <a:off x="230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36"/>
              <p:cNvCxnSpPr/>
              <p:nvPr/>
            </p:nvCxnSpPr>
            <p:spPr>
              <a:xfrm>
                <a:off x="249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36"/>
              <p:cNvCxnSpPr/>
              <p:nvPr/>
            </p:nvCxnSpPr>
            <p:spPr>
              <a:xfrm>
                <a:off x="268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36"/>
              <p:cNvCxnSpPr/>
              <p:nvPr/>
            </p:nvCxnSpPr>
            <p:spPr>
              <a:xfrm>
                <a:off x="2880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36"/>
              <p:cNvCxnSpPr/>
              <p:nvPr/>
            </p:nvCxnSpPr>
            <p:spPr>
              <a:xfrm>
                <a:off x="307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36"/>
              <p:cNvCxnSpPr/>
              <p:nvPr/>
            </p:nvCxnSpPr>
            <p:spPr>
              <a:xfrm>
                <a:off x="326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36"/>
              <p:cNvCxnSpPr/>
              <p:nvPr/>
            </p:nvCxnSpPr>
            <p:spPr>
              <a:xfrm>
                <a:off x="345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36"/>
              <p:cNvCxnSpPr/>
              <p:nvPr/>
            </p:nvCxnSpPr>
            <p:spPr>
              <a:xfrm>
                <a:off x="364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36"/>
              <p:cNvCxnSpPr/>
              <p:nvPr/>
            </p:nvCxnSpPr>
            <p:spPr>
              <a:xfrm>
                <a:off x="3840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36"/>
              <p:cNvCxnSpPr/>
              <p:nvPr/>
            </p:nvCxnSpPr>
            <p:spPr>
              <a:xfrm>
                <a:off x="403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36"/>
              <p:cNvCxnSpPr/>
              <p:nvPr/>
            </p:nvCxnSpPr>
            <p:spPr>
              <a:xfrm>
                <a:off x="422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36"/>
              <p:cNvCxnSpPr/>
              <p:nvPr/>
            </p:nvCxnSpPr>
            <p:spPr>
              <a:xfrm>
                <a:off x="441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36"/>
              <p:cNvCxnSpPr/>
              <p:nvPr/>
            </p:nvCxnSpPr>
            <p:spPr>
              <a:xfrm>
                <a:off x="460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36"/>
              <p:cNvCxnSpPr/>
              <p:nvPr/>
            </p:nvCxnSpPr>
            <p:spPr>
              <a:xfrm>
                <a:off x="4800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36"/>
              <p:cNvCxnSpPr/>
              <p:nvPr/>
            </p:nvCxnSpPr>
            <p:spPr>
              <a:xfrm>
                <a:off x="4992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36"/>
              <p:cNvCxnSpPr/>
              <p:nvPr/>
            </p:nvCxnSpPr>
            <p:spPr>
              <a:xfrm>
                <a:off x="5184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36"/>
              <p:cNvCxnSpPr/>
              <p:nvPr/>
            </p:nvCxnSpPr>
            <p:spPr>
              <a:xfrm>
                <a:off x="5376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36"/>
              <p:cNvCxnSpPr/>
              <p:nvPr/>
            </p:nvCxnSpPr>
            <p:spPr>
              <a:xfrm>
                <a:off x="5568" y="0"/>
                <a:ext cx="0" cy="4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fol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descr="60%" id="179" name="Google Shape;179;p36"/>
          <p:cNvSpPr txBox="1"/>
          <p:nvPr/>
        </p:nvSpPr>
        <p:spPr>
          <a:xfrm>
            <a:off x="3352800" y="0"/>
            <a:ext cx="5791200" cy="15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80" name="Google Shape;180;p36"/>
          <p:cNvCxnSpPr/>
          <p:nvPr/>
        </p:nvCxnSpPr>
        <p:spPr>
          <a:xfrm>
            <a:off x="8839200" y="0"/>
            <a:ext cx="0" cy="2362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81" name="Google Shape;181;p36"/>
          <p:cNvGrpSpPr/>
          <p:nvPr/>
        </p:nvGrpSpPr>
        <p:grpSpPr>
          <a:xfrm>
            <a:off x="414337" y="990600"/>
            <a:ext cx="1784350" cy="2324100"/>
            <a:chOff x="96" y="916"/>
            <a:chExt cx="2208" cy="2876"/>
          </a:xfrm>
        </p:grpSpPr>
        <p:cxnSp>
          <p:nvCxnSpPr>
            <p:cNvPr id="182" name="Google Shape;182;p36"/>
            <p:cNvCxnSpPr/>
            <p:nvPr/>
          </p:nvCxnSpPr>
          <p:spPr>
            <a:xfrm rot="10800000">
              <a:off x="96" y="1038"/>
              <a:ext cx="2208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3" name="Google Shape;183;p36"/>
            <p:cNvCxnSpPr/>
            <p:nvPr/>
          </p:nvCxnSpPr>
          <p:spPr>
            <a:xfrm>
              <a:off x="336" y="920"/>
              <a:ext cx="0" cy="2872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4" name="Google Shape;184;p36"/>
            <p:cNvSpPr/>
            <p:nvPr/>
          </p:nvSpPr>
          <p:spPr>
            <a:xfrm flipH="1">
              <a:off x="218" y="916"/>
              <a:ext cx="238" cy="240"/>
            </a:xfrm>
            <a:custGeom>
              <a:rect b="b" l="l" r="r" t="t"/>
              <a:pathLst>
                <a:path extrusionOk="0" fill="none" h="43200" w="43195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extrusionOk="0" h="43200" w="43195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cap="flat" cmpd="sng" w="9525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85" name="Google Shape;185;p36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6" name="Google Shape;186;p36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0" name="Google Shape;190;p37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8" name="Google Shape;198;p39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209" name="Google Shape;209;p41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215" name="Google Shape;215;p43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16" name="Google Shape;216;p43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224" name="Google Shape;224;p45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233" name="Google Shape;233;p47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9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241" name="Google Shape;241;p49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  <a:defRPr b="0" i="0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2419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492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Noto Sans Symbols"/>
              <a:buChar char="⬥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42" name="Google Shape;242;p49"/>
          <p:cNvSpPr txBox="1"/>
          <p:nvPr>
            <p:ph idx="12" type="sldNum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"/>
          <p:cNvSpPr txBox="1"/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2" name="Google Shape;252;p1"/>
          <p:cNvSpPr txBox="1"/>
          <p:nvPr>
            <p:ph idx="1" type="subTitle"/>
          </p:nvPr>
        </p:nvSpPr>
        <p:spPr>
          <a:xfrm>
            <a:off x="990600" y="330993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lang="en-US"/>
              <a:t>CSE-103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Discrete Mathematics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8" name="Google Shape;258;p2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9" name="Google Shape;259;p2"/>
          <p:cNvSpPr txBox="1"/>
          <p:nvPr>
            <p:ph idx="1" type="body"/>
          </p:nvPr>
        </p:nvSpPr>
        <p:spPr>
          <a:xfrm>
            <a:off x="609600" y="1143000"/>
            <a:ext cx="8305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004D"/>
              </a:buClr>
              <a:buSzPts val="264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A and B be nonempty sets.</a:t>
            </a:r>
            <a:endParaRPr/>
          </a:p>
          <a:p>
            <a:pPr indent="-1752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004D"/>
              </a:buClr>
              <a:buSzPts val="264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004D"/>
              </a:buClr>
              <a:buSzPts val="264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an assignment of exactly one element of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each element of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We write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f(a) = 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the unique element of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assigned by the function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the element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If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function from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we write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 : A → 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752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004D"/>
              </a:buClr>
              <a:buSzPts val="264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004D"/>
              </a:buClr>
              <a:buSzPts val="264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Functions are sometimes called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mappings 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</a:t>
            </a:r>
            <a:r>
              <a:rPr b="0" i="1" lang="en-US" sz="2400" u="non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transformations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75260" lvl="0" marL="342900" rtl="0" algn="l"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"/>
          <p:cNvSpPr txBox="1"/>
          <p:nvPr/>
        </p:nvSpPr>
        <p:spPr>
          <a:xfrm>
            <a:off x="3124200" y="5848600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265" name="Google Shape;265;p3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</a:t>
            </a:r>
            <a:endParaRPr/>
          </a:p>
        </p:txBody>
      </p:sp>
      <p:sp>
        <p:nvSpPr>
          <p:cNvPr id="266" name="Google Shape;266;p3"/>
          <p:cNvSpPr txBox="1"/>
          <p:nvPr>
            <p:ph idx="1" type="body"/>
          </p:nvPr>
        </p:nvSpPr>
        <p:spPr>
          <a:xfrm>
            <a:off x="228600" y="1752600"/>
            <a:ext cx="5105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60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 from a set X to a set Y is a relation from X to Y such that x ∈ X is related to one and only one y ∈ 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86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860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is called the domain &amp; Y is called the range. We say x is mapped into 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860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= {(a, 3), (b, 3), (c, 5), (d, 1)}</a:t>
            </a:r>
            <a:endParaRPr/>
          </a:p>
        </p:txBody>
      </p:sp>
      <p:pic>
        <p:nvPicPr>
          <p:cNvPr descr="Function1" id="267" name="Google Shape;26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1676400"/>
            <a:ext cx="32893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4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74" name="Google Shape;274;p4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= {Mike, Mario, Kim, Joe, Jill}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 = {John Smith, Edward Jones, Richard Boone}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f:A → 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 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f(a)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means father of 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75260" lvl="0" marL="342900" rtl="0" algn="l"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5" name="Google Shape;275;p4"/>
          <p:cNvSpPr txBox="1"/>
          <p:nvPr/>
        </p:nvSpPr>
        <p:spPr>
          <a:xfrm>
            <a:off x="19812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rgbClr val="0099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grandmother of </a:t>
            </a:r>
            <a:r>
              <a:rPr b="0" i="1" lang="en-US" sz="2400" u="none">
                <a:solidFill>
                  <a:srgbClr val="0099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rgbClr val="0099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 a function ?</a:t>
            </a:r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>
            <a:off x="1676400" y="2819400"/>
            <a:ext cx="5410200" cy="3352800"/>
            <a:chOff x="1056" y="1776"/>
            <a:chExt cx="3408" cy="2112"/>
          </a:xfrm>
        </p:grpSpPr>
        <p:grpSp>
          <p:nvGrpSpPr>
            <p:cNvPr id="277" name="Google Shape;277;p4"/>
            <p:cNvGrpSpPr/>
            <p:nvPr/>
          </p:nvGrpSpPr>
          <p:grpSpPr>
            <a:xfrm>
              <a:off x="1056" y="1776"/>
              <a:ext cx="3408" cy="1824"/>
              <a:chOff x="960" y="2112"/>
              <a:chExt cx="3648" cy="1977"/>
            </a:xfrm>
          </p:grpSpPr>
          <p:sp>
            <p:nvSpPr>
              <p:cNvPr id="278" name="Google Shape;278;p4"/>
              <p:cNvSpPr/>
              <p:nvPr/>
            </p:nvSpPr>
            <p:spPr>
              <a:xfrm>
                <a:off x="960" y="2167"/>
                <a:ext cx="1008" cy="187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9" name="Google Shape;279;p4"/>
              <p:cNvSpPr txBox="1"/>
              <p:nvPr/>
            </p:nvSpPr>
            <p:spPr>
              <a:xfrm>
                <a:off x="1056" y="2455"/>
                <a:ext cx="816" cy="1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300"/>
                  <a:buFont typeface="Comic Sans MS"/>
                  <a:buNone/>
                </a:pPr>
                <a:r>
                  <a:rPr b="0" i="0" lang="en-US" sz="230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Mike Mario Kim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1150"/>
                  </a:spcBef>
                  <a:spcAft>
                    <a:spcPts val="0"/>
                  </a:spcAft>
                  <a:buClr>
                    <a:schemeClr val="dk1"/>
                  </a:buClr>
                  <a:buSzPts val="2300"/>
                  <a:buFont typeface="Comic Sans MS"/>
                  <a:buNone/>
                </a:pPr>
                <a:r>
                  <a:rPr b="0" i="0" lang="en-US" sz="230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 Joe Jill</a:t>
                </a:r>
                <a:endParaRPr/>
              </a:p>
            </p:txBody>
          </p:sp>
          <p:grpSp>
            <p:nvGrpSpPr>
              <p:cNvPr id="280" name="Google Shape;280;p4"/>
              <p:cNvGrpSpPr/>
              <p:nvPr/>
            </p:nvGrpSpPr>
            <p:grpSpPr>
              <a:xfrm>
                <a:off x="2784" y="2112"/>
                <a:ext cx="1824" cy="1977"/>
                <a:chOff x="2736" y="2160"/>
                <a:chExt cx="1008" cy="1872"/>
              </a:xfrm>
            </p:grpSpPr>
            <p:sp>
              <p:nvSpPr>
                <p:cNvPr id="281" name="Google Shape;281;p4"/>
                <p:cNvSpPr/>
                <p:nvPr/>
              </p:nvSpPr>
              <p:spPr>
                <a:xfrm>
                  <a:off x="2736" y="2160"/>
                  <a:ext cx="1008" cy="187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82" name="Google Shape;282;p4"/>
                <p:cNvSpPr txBox="1"/>
                <p:nvPr/>
              </p:nvSpPr>
              <p:spPr>
                <a:xfrm>
                  <a:off x="2832" y="2449"/>
                  <a:ext cx="816" cy="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300"/>
                    <a:buFont typeface="Comic Sans MS"/>
                    <a:buNone/>
                  </a:pPr>
                  <a:r>
                    <a:rPr b="0" i="0" lang="en-US" sz="2300" u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John Smith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115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300"/>
                    <a:buFont typeface="Comic Sans MS"/>
                    <a:buNone/>
                  </a:pPr>
                  <a:r>
                    <a:rPr b="0" i="0" lang="en-US" sz="2300" u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Edward Jones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115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300"/>
                    <a:buFont typeface="Comic Sans MS"/>
                    <a:buNone/>
                  </a:pPr>
                  <a:r>
                    <a:rPr b="0" i="0" lang="en-US" sz="2300" u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Richard Boone</a:t>
                  </a:r>
                  <a:endParaRPr/>
                </a:p>
              </p:txBody>
            </p:sp>
          </p:grpSp>
          <p:cxnSp>
            <p:nvCxnSpPr>
              <p:cNvPr id="283" name="Google Shape;283;p4"/>
              <p:cNvCxnSpPr/>
              <p:nvPr/>
            </p:nvCxnSpPr>
            <p:spPr>
              <a:xfrm>
                <a:off x="1824" y="2599"/>
                <a:ext cx="1104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284" name="Google Shape;284;p4"/>
              <p:cNvCxnSpPr/>
              <p:nvPr/>
            </p:nvCxnSpPr>
            <p:spPr>
              <a:xfrm flipH="1" rot="10800000">
                <a:off x="1872" y="2599"/>
                <a:ext cx="1056" cy="32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285" name="Google Shape;285;p4"/>
              <p:cNvCxnSpPr/>
              <p:nvPr/>
            </p:nvCxnSpPr>
            <p:spPr>
              <a:xfrm flipH="1" rot="10800000">
                <a:off x="1824" y="2592"/>
                <a:ext cx="1104" cy="576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286" name="Google Shape;286;p4"/>
              <p:cNvCxnSpPr/>
              <p:nvPr/>
            </p:nvCxnSpPr>
            <p:spPr>
              <a:xfrm flipH="1" rot="10800000">
                <a:off x="1824" y="3223"/>
                <a:ext cx="1152" cy="233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287" name="Google Shape;287;p4"/>
              <p:cNvCxnSpPr/>
              <p:nvPr/>
            </p:nvCxnSpPr>
            <p:spPr>
              <a:xfrm flipH="1" rot="10800000">
                <a:off x="1776" y="3216"/>
                <a:ext cx="1200" cy="48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sp>
          <p:nvSpPr>
            <p:cNvPr id="288" name="Google Shape;288;p4"/>
            <p:cNvSpPr txBox="1"/>
            <p:nvPr/>
          </p:nvSpPr>
          <p:spPr>
            <a:xfrm>
              <a:off x="2352" y="1872"/>
              <a:ext cx="5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/>
            </a:p>
          </p:txBody>
        </p:sp>
        <p:sp>
          <p:nvSpPr>
            <p:cNvPr id="289" name="Google Shape;289;p4"/>
            <p:cNvSpPr txBox="1"/>
            <p:nvPr/>
          </p:nvSpPr>
          <p:spPr>
            <a:xfrm>
              <a:off x="1392" y="360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/>
            </a:p>
          </p:txBody>
        </p:sp>
        <p:sp>
          <p:nvSpPr>
            <p:cNvPr id="290" name="Google Shape;290;p4"/>
            <p:cNvSpPr txBox="1"/>
            <p:nvPr/>
          </p:nvSpPr>
          <p:spPr>
            <a:xfrm>
              <a:off x="3456" y="360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6" name="Google Shape;296;p5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 as Ordered Pairs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97" name="Google Shape;297;p5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 </a:t>
            </a:r>
            <a:r>
              <a:rPr b="0" i="1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f </a:t>
            </a:r>
            <a:r>
              <a:rPr b="0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r>
              <a:rPr b="0" i="1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→</a:t>
            </a:r>
            <a:r>
              <a:rPr b="0" i="1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represented as a set of ordered pairs (recall, a relation)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</a:t>
            </a:r>
            <a:r>
              <a:rPr b="0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{(a,b) | a ∈A ∧ b = f(a)} ⊆ A x B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every </a:t>
            </a:r>
            <a:r>
              <a:rPr b="0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 ∈A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b="0" i="0" lang="en-US" sz="2400" u="non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exactly one pair </a:t>
            </a:r>
            <a:r>
              <a:rPr b="0" i="0" lang="en-US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(a,f(a)).</a:t>
            </a:r>
            <a:endParaRPr/>
          </a:p>
          <a:p>
            <a:pPr indent="-20193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2D44A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89230" lvl="0" marL="342900" rtl="0" algn="l">
              <a:spcBef>
                <a:spcPts val="440"/>
              </a:spcBef>
              <a:spcAft>
                <a:spcPts val="0"/>
              </a:spcAft>
              <a:buSzPts val="2420"/>
              <a:buNone/>
            </a:pPr>
            <a:r>
              <a:t/>
            </a:r>
            <a:endParaRPr b="0" i="0" sz="2200" u="none">
              <a:solidFill>
                <a:srgbClr val="2D44A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3" name="Google Shape;303;p6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Graphical Representation</a:t>
            </a:r>
            <a:endParaRPr/>
          </a:p>
        </p:txBody>
      </p:sp>
      <p:grpSp>
        <p:nvGrpSpPr>
          <p:cNvPr id="304" name="Google Shape;304;p6"/>
          <p:cNvGrpSpPr/>
          <p:nvPr/>
        </p:nvGrpSpPr>
        <p:grpSpPr>
          <a:xfrm>
            <a:off x="1066800" y="2514600"/>
            <a:ext cx="2514600" cy="3200400"/>
            <a:chOff x="672" y="1584"/>
            <a:chExt cx="1584" cy="2016"/>
          </a:xfrm>
        </p:grpSpPr>
        <p:grpSp>
          <p:nvGrpSpPr>
            <p:cNvPr id="305" name="Google Shape;305;p6"/>
            <p:cNvGrpSpPr/>
            <p:nvPr/>
          </p:nvGrpSpPr>
          <p:grpSpPr>
            <a:xfrm>
              <a:off x="672" y="1920"/>
              <a:ext cx="1584" cy="1680"/>
              <a:chOff x="672" y="1920"/>
              <a:chExt cx="1392" cy="1584"/>
            </a:xfrm>
          </p:grpSpPr>
          <p:sp>
            <p:nvSpPr>
              <p:cNvPr id="306" name="Google Shape;306;p6"/>
              <p:cNvSpPr/>
              <p:nvPr/>
            </p:nvSpPr>
            <p:spPr>
              <a:xfrm>
                <a:off x="672" y="1920"/>
                <a:ext cx="624" cy="1584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1488" y="1920"/>
                <a:ext cx="576" cy="158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08" name="Google Shape;308;p6"/>
              <p:cNvSpPr txBox="1"/>
              <p:nvPr/>
            </p:nvSpPr>
            <p:spPr>
              <a:xfrm>
                <a:off x="893" y="2792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09" name="Google Shape;309;p6"/>
              <p:cNvSpPr txBox="1"/>
              <p:nvPr/>
            </p:nvSpPr>
            <p:spPr>
              <a:xfrm>
                <a:off x="893" y="2552"/>
                <a:ext cx="161" cy="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0" name="Google Shape;310;p6"/>
              <p:cNvSpPr txBox="1"/>
              <p:nvPr/>
            </p:nvSpPr>
            <p:spPr>
              <a:xfrm>
                <a:off x="893" y="2360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1" name="Google Shape;311;p6"/>
              <p:cNvSpPr txBox="1"/>
              <p:nvPr/>
            </p:nvSpPr>
            <p:spPr>
              <a:xfrm>
                <a:off x="893" y="2168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2" name="Google Shape;312;p6"/>
              <p:cNvSpPr txBox="1"/>
              <p:nvPr/>
            </p:nvSpPr>
            <p:spPr>
              <a:xfrm>
                <a:off x="1768" y="2648"/>
                <a:ext cx="161" cy="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3" name="Google Shape;313;p6"/>
              <p:cNvSpPr txBox="1"/>
              <p:nvPr/>
            </p:nvSpPr>
            <p:spPr>
              <a:xfrm>
                <a:off x="1768" y="2936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4" name="Google Shape;314;p6"/>
              <p:cNvSpPr txBox="1"/>
              <p:nvPr/>
            </p:nvSpPr>
            <p:spPr>
              <a:xfrm>
                <a:off x="1768" y="2408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315" name="Google Shape;315;p6"/>
              <p:cNvSpPr txBox="1"/>
              <p:nvPr/>
            </p:nvSpPr>
            <p:spPr>
              <a:xfrm>
                <a:off x="1768" y="2168"/>
                <a:ext cx="161" cy="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cxnSp>
            <p:nvCxnSpPr>
              <p:cNvPr id="316" name="Google Shape;316;p6"/>
              <p:cNvCxnSpPr/>
              <p:nvPr/>
            </p:nvCxnSpPr>
            <p:spPr>
              <a:xfrm>
                <a:off x="980" y="2304"/>
                <a:ext cx="874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lg" w="lg" type="stealth"/>
              </a:ln>
            </p:spPr>
          </p:cxnSp>
          <p:cxnSp>
            <p:nvCxnSpPr>
              <p:cNvPr id="317" name="Google Shape;317;p6"/>
              <p:cNvCxnSpPr/>
              <p:nvPr/>
            </p:nvCxnSpPr>
            <p:spPr>
              <a:xfrm flipH="1" rot="10800000">
                <a:off x="980" y="3072"/>
                <a:ext cx="874" cy="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lg" w="lg" type="stealth"/>
              </a:ln>
            </p:spPr>
          </p:cxnSp>
          <p:cxnSp>
            <p:nvCxnSpPr>
              <p:cNvPr id="318" name="Google Shape;318;p6"/>
              <p:cNvCxnSpPr/>
              <p:nvPr/>
            </p:nvCxnSpPr>
            <p:spPr>
              <a:xfrm flipH="1" rot="10800000">
                <a:off x="980" y="2304"/>
                <a:ext cx="874" cy="1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lg" w="lg" type="stealth"/>
              </a:ln>
            </p:spPr>
          </p:cxnSp>
          <p:cxnSp>
            <p:nvCxnSpPr>
              <p:cNvPr id="319" name="Google Shape;319;p6"/>
              <p:cNvCxnSpPr/>
              <p:nvPr/>
            </p:nvCxnSpPr>
            <p:spPr>
              <a:xfrm>
                <a:off x="980" y="2688"/>
                <a:ext cx="874" cy="3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lg" w="lg" type="stealth"/>
              </a:ln>
            </p:spPr>
          </p:cxnSp>
          <p:cxnSp>
            <p:nvCxnSpPr>
              <p:cNvPr id="320" name="Google Shape;320;p6"/>
              <p:cNvCxnSpPr/>
              <p:nvPr/>
            </p:nvCxnSpPr>
            <p:spPr>
              <a:xfrm flipH="1" rot="10800000">
                <a:off x="980" y="2784"/>
                <a:ext cx="874" cy="1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lg" w="lg" type="stealth"/>
              </a:ln>
            </p:spPr>
          </p:cxnSp>
          <p:sp>
            <p:nvSpPr>
              <p:cNvPr id="321" name="Google Shape;321;p6"/>
              <p:cNvSpPr txBox="1"/>
              <p:nvPr/>
            </p:nvSpPr>
            <p:spPr>
              <a:xfrm>
                <a:off x="893" y="3032"/>
                <a:ext cx="161" cy="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</p:grpSp>
        <p:sp>
          <p:nvSpPr>
            <p:cNvPr id="322" name="Google Shape;322;p6"/>
            <p:cNvSpPr txBox="1"/>
            <p:nvPr/>
          </p:nvSpPr>
          <p:spPr>
            <a:xfrm>
              <a:off x="864" y="1584"/>
              <a:ext cx="25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</a:t>
              </a: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1824" y="1584"/>
              <a:ext cx="23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</a:t>
              </a:r>
              <a:endParaRPr/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4648200" y="2971800"/>
            <a:ext cx="2895600" cy="2895600"/>
            <a:chOff x="2928" y="1872"/>
            <a:chExt cx="1824" cy="1824"/>
          </a:xfrm>
        </p:grpSpPr>
        <p:cxnSp>
          <p:nvCxnSpPr>
            <p:cNvPr id="325" name="Google Shape;325;p6"/>
            <p:cNvCxnSpPr/>
            <p:nvPr/>
          </p:nvCxnSpPr>
          <p:spPr>
            <a:xfrm>
              <a:off x="3408" y="3120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26" name="Google Shape;326;p6"/>
            <p:cNvCxnSpPr/>
            <p:nvPr/>
          </p:nvCxnSpPr>
          <p:spPr>
            <a:xfrm rot="10800000">
              <a:off x="3408" y="1920"/>
              <a:ext cx="0" cy="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27" name="Google Shape;327;p6"/>
            <p:cNvSpPr txBox="1"/>
            <p:nvPr/>
          </p:nvSpPr>
          <p:spPr>
            <a:xfrm>
              <a:off x="4032" y="3408"/>
              <a:ext cx="23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328" name="Google Shape;328;p6"/>
            <p:cNvSpPr txBox="1"/>
            <p:nvPr/>
          </p:nvSpPr>
          <p:spPr>
            <a:xfrm>
              <a:off x="2928" y="2016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4176" y="2172"/>
              <a:ext cx="96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3696" y="3096"/>
              <a:ext cx="96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3984" y="2496"/>
              <a:ext cx="96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3504" y="2784"/>
              <a:ext cx="96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4656" y="2736"/>
              <a:ext cx="96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4" name="Google Shape;334;p6"/>
            <p:cNvSpPr txBox="1"/>
            <p:nvPr/>
          </p:nvSpPr>
          <p:spPr>
            <a:xfrm>
              <a:off x="3888" y="1872"/>
              <a:ext cx="8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(a,f(a))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 Terminology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41" name="Google Shape;341;p7"/>
          <p:cNvSpPr txBox="1"/>
          <p:nvPr>
            <p:ph idx="1" type="body"/>
          </p:nvPr>
        </p:nvSpPr>
        <p:spPr>
          <a:xfrm>
            <a:off x="838200" y="11430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function f:A→B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is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domain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f.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 is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codomain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f.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f(a)=b then b is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image</a:t>
            </a:r>
            <a:r>
              <a:rPr b="1" i="0" lang="en-US" sz="2200" u="none">
                <a:solidFill>
                  <a:srgbClr val="008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a under f.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is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pre-image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b under f.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general, b may have more than 1 pre-image.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range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 of f (or image of f) is 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None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 = {b | ∃a f(a)=b }.  The set of all images of a’s.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any set S ⊆ A,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image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S,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f(S) = { b ∈ B |  ∃a ∈ S, f(a) = b}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any set T ⊆ B, the </a:t>
            </a:r>
            <a:r>
              <a:rPr b="1" i="0" lang="en-US" sz="22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inverse image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3000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−1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(T) = { a ∈ A | f(a) ∈ T 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8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 description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48" name="Google Shape;348;p8"/>
          <p:cNvSpPr txBox="1"/>
          <p:nvPr>
            <p:ph idx="1" type="body"/>
          </p:nvPr>
        </p:nvSpPr>
        <p:spPr>
          <a:xfrm>
            <a:off x="533400" y="1344050"/>
            <a:ext cx="8001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8950" lvl="0" marL="469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70"/>
              <a:buFont typeface="Times New Roman"/>
              <a:buChar char="•"/>
            </a:pPr>
            <a:r>
              <a:rPr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are described as: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5612" lvl="1" marL="9080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260"/>
              <a:buFont typeface="Times New Roman"/>
              <a:buChar char="•"/>
            </a:pPr>
            <a:r>
              <a:rPr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ordered pairs, example f as given before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5612" lvl="1" marL="9080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260"/>
              <a:buFont typeface="Times New Roman"/>
              <a:buChar char="•"/>
            </a:pPr>
            <a:r>
              <a:rPr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 formula such as f(x) = expression, example:   f (x) = 2x + 2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5612" lvl="1" marL="9080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260"/>
              <a:buFont typeface="Times New Roman"/>
              <a:buChar char="•"/>
            </a:pPr>
            <a:r>
              <a:rPr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Illustration as in the example below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1140" lvl="0" marL="342900" rtl="0" algn="l">
              <a:spcBef>
                <a:spcPts val="32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unction1" id="349" name="Google Shape;34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875" y="2974550"/>
            <a:ext cx="3966000" cy="35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9"/>
          <p:cNvSpPr txBox="1"/>
          <p:nvPr>
            <p:ph type="title"/>
          </p:nvPr>
        </p:nvSpPr>
        <p:spPr>
          <a:xfrm>
            <a:off x="609600" y="7620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Cartesian graphs of relations &amp; Functions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56" name="Google Shape;356;p9"/>
          <p:cNvSpPr txBox="1"/>
          <p:nvPr>
            <p:ph idx="1" type="body"/>
          </p:nvPr>
        </p:nvSpPr>
        <p:spPr>
          <a:xfrm>
            <a:off x="838200" y="16002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Discovering properties of relations and functions from graphs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3581400" y="3505200"/>
            <a:ext cx="1295400" cy="129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8" name="Google Shape;358;p9"/>
          <p:cNvGrpSpPr/>
          <p:nvPr/>
        </p:nvGrpSpPr>
        <p:grpSpPr>
          <a:xfrm>
            <a:off x="1981200" y="3048000"/>
            <a:ext cx="3962400" cy="2652712"/>
            <a:chOff x="1248" y="1920"/>
            <a:chExt cx="2496" cy="1671"/>
          </a:xfrm>
        </p:grpSpPr>
        <p:cxnSp>
          <p:nvCxnSpPr>
            <p:cNvPr id="359" name="Google Shape;359;p9"/>
            <p:cNvCxnSpPr/>
            <p:nvPr/>
          </p:nvCxnSpPr>
          <p:spPr>
            <a:xfrm>
              <a:off x="1632" y="2640"/>
              <a:ext cx="21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0" name="Google Shape;360;p9"/>
            <p:cNvCxnSpPr/>
            <p:nvPr/>
          </p:nvCxnSpPr>
          <p:spPr>
            <a:xfrm>
              <a:off x="2640" y="1920"/>
              <a:ext cx="0" cy="15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1" name="Google Shape;361;p9"/>
            <p:cNvSpPr txBox="1"/>
            <p:nvPr/>
          </p:nvSpPr>
          <p:spPr>
            <a:xfrm>
              <a:off x="1248" y="2496"/>
              <a:ext cx="2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</a:t>
              </a:r>
              <a:endParaRPr/>
            </a:p>
          </p:txBody>
        </p:sp>
        <p:sp>
          <p:nvSpPr>
            <p:cNvPr id="362" name="Google Shape;362;p9"/>
            <p:cNvSpPr txBox="1"/>
            <p:nvPr/>
          </p:nvSpPr>
          <p:spPr>
            <a:xfrm>
              <a:off x="2544" y="3360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y</a:t>
              </a:r>
              <a:endParaRPr/>
            </a:p>
          </p:txBody>
        </p:sp>
      </p:grpSp>
      <p:cxnSp>
        <p:nvCxnSpPr>
          <p:cNvPr id="363" name="Google Shape;363;p9"/>
          <p:cNvCxnSpPr/>
          <p:nvPr/>
        </p:nvCxnSpPr>
        <p:spPr>
          <a:xfrm rot="10800000">
            <a:off x="4572000" y="3200400"/>
            <a:ext cx="0" cy="182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4" name="Google Shape;364;p9"/>
          <p:cNvSpPr txBox="1"/>
          <p:nvPr/>
        </p:nvSpPr>
        <p:spPr>
          <a:xfrm>
            <a:off x="381000" y="5715000"/>
            <a:ext cx="84582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is a relation but not a function vertical line crosses the graph in two points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on Function Terminology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70" name="Google Shape;370;p10"/>
          <p:cNvSpPr txBox="1"/>
          <p:nvPr>
            <p:ph idx="1" type="body"/>
          </p:nvPr>
        </p:nvSpPr>
        <p:spPr>
          <a:xfrm>
            <a:off x="609600" y="1143000"/>
            <a:ext cx="8077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</a:t>
            </a:r>
            <a:r>
              <a:rPr b="0" i="0" lang="en-US" sz="20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R be the relation consist of ordered pair (Abdul, 22), (Brenda, 24), (Carla, 21), (Desire, 22), (Eddie, 24) and (Falicia, 22); where each pair consist of a student and the age of that particular student. What is the function that relation determines?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determines the unction</a:t>
            </a:r>
            <a:r>
              <a:rPr b="0" i="0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1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where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(Abdul) = 22,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(Brenda) = 24 and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(Carla) = 21,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(Desire)=22,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(Eddile)=24, </a:t>
            </a:r>
            <a:r>
              <a:rPr b="0" i="1" lang="en-US" sz="18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(Falicia)=22.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 domain of the function is the set {Abdul,  Brenda,  Carla, Desire, Eddie, Falicia}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codomain needs to specify for the function; which is a set of </a:t>
            </a:r>
            <a:r>
              <a:rPr b="0" i="0" lang="en-US" sz="20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 all positive integers to make sure that the codomain consist of all ages ofstudents, finally the range is {21, 22, 24}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Let A = {a, b, c, d, e} and B = {1, 2, 3, 4} with f(a) = 2, f(b)=1, f(c)=4, f(d)=1 and f(e)=1. What is the image of subset S = {b, c, d}?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•"/>
            </a:pPr>
            <a:r>
              <a:rPr b="0" i="0" lang="en-US" sz="1800" u="none" cap="none" strike="noStrike">
                <a:solidFill>
                  <a:srgbClr val="2D44A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image of subset S = {b, c, d} is the set f(s) = {1, 4}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Multiple functions on a single range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77" name="Google Shape;377;p11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are functions from A to R. Then 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also functions from A to R defined by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)(x)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+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)(x)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Let 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1" lang="en-US" sz="2400" u="none" cap="none" strike="noStrike">
                <a:solidFill>
                  <a:srgbClr val="66003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 the functions  from R to R such that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x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x - x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What are the functions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)(x)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+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+ x -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)(x) = 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</a:t>
            </a:r>
            <a:r>
              <a:rPr b="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-25000" i="1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(x -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 =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– x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  <a:p>
            <a:pPr indent="-20193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8923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242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4" name="Google Shape;384;p12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Properties of functions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85" name="Google Shape;385;p12"/>
          <p:cNvSpPr txBox="1"/>
          <p:nvPr>
            <p:ph idx="1" type="body"/>
          </p:nvPr>
        </p:nvSpPr>
        <p:spPr>
          <a:xfrm>
            <a:off x="838200" y="1295400"/>
            <a:ext cx="4557712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 is called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to one or (injection)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different elements in the domain are related to different elements in the range.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(a)=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(b)) →a = b for all a and b in the domain of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86" name="Google Shape;386;p12"/>
          <p:cNvSpPr txBox="1"/>
          <p:nvPr>
            <p:ph idx="1" type="body"/>
          </p:nvPr>
        </p:nvSpPr>
        <p:spPr>
          <a:xfrm>
            <a:off x="5334000" y="1676400"/>
            <a:ext cx="33528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88" name="Google Shape;388;p12"/>
          <p:cNvGrpSpPr/>
          <p:nvPr/>
        </p:nvGrpSpPr>
        <p:grpSpPr>
          <a:xfrm>
            <a:off x="5638800" y="1752600"/>
            <a:ext cx="3124200" cy="3879850"/>
            <a:chOff x="3711" y="2317"/>
            <a:chExt cx="2366" cy="2887"/>
          </a:xfrm>
        </p:grpSpPr>
        <p:sp>
          <p:nvSpPr>
            <p:cNvPr id="389" name="Google Shape;389;p12"/>
            <p:cNvSpPr txBox="1"/>
            <p:nvPr/>
          </p:nvSpPr>
          <p:spPr>
            <a:xfrm>
              <a:off x="3711" y="2317"/>
              <a:ext cx="2366" cy="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3716" y="2321"/>
              <a:ext cx="939" cy="2879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5132" y="2321"/>
              <a:ext cx="940" cy="2879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  7</a:t>
              </a:r>
              <a:endParaRPr/>
            </a:p>
          </p:txBody>
        </p:sp>
        <p:cxnSp>
          <p:nvCxnSpPr>
            <p:cNvPr id="392" name="Google Shape;392;p12"/>
            <p:cNvCxnSpPr/>
            <p:nvPr/>
          </p:nvCxnSpPr>
          <p:spPr>
            <a:xfrm>
              <a:off x="4153" y="2910"/>
              <a:ext cx="1223" cy="76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3" name="Google Shape;393;p12"/>
            <p:cNvCxnSpPr/>
            <p:nvPr/>
          </p:nvCxnSpPr>
          <p:spPr>
            <a:xfrm flipH="1" rot="10800000">
              <a:off x="4153" y="3335"/>
              <a:ext cx="1223" cy="3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4" name="Google Shape;394;p12"/>
            <p:cNvCxnSpPr/>
            <p:nvPr/>
          </p:nvCxnSpPr>
          <p:spPr>
            <a:xfrm flipH="1" rot="10800000">
              <a:off x="4153" y="2995"/>
              <a:ext cx="1223" cy="1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5" name="Google Shape;395;p12"/>
            <p:cNvCxnSpPr/>
            <p:nvPr/>
          </p:nvCxnSpPr>
          <p:spPr>
            <a:xfrm>
              <a:off x="4042" y="3335"/>
              <a:ext cx="1334" cy="1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96" name="Google Shape;396;p12"/>
            <p:cNvCxnSpPr/>
            <p:nvPr/>
          </p:nvCxnSpPr>
          <p:spPr>
            <a:xfrm flipH="1" rot="10800000">
              <a:off x="4153" y="4186"/>
              <a:ext cx="1223" cy="3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2" name="Google Shape;402;p13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Properties of functions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03" name="Google Shape;403;p13"/>
          <p:cNvSpPr txBox="1"/>
          <p:nvPr>
            <p:ph idx="1" type="body"/>
          </p:nvPr>
        </p:nvSpPr>
        <p:spPr>
          <a:xfrm>
            <a:off x="838200" y="1295400"/>
            <a:ext cx="492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 is called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onto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or a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surjection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each element of the range is  related to at least one  element in the domain. 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every elements b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ϵ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B, there is an element a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ϵ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with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(a) = b.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04" name="Google Shape;404;p13"/>
          <p:cNvSpPr txBox="1"/>
          <p:nvPr>
            <p:ph idx="1" type="body"/>
          </p:nvPr>
        </p:nvSpPr>
        <p:spPr>
          <a:xfrm>
            <a:off x="5765800" y="1295400"/>
            <a:ext cx="2849562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5715000" y="1828800"/>
            <a:ext cx="2819400" cy="3879850"/>
            <a:chOff x="3600" y="1152"/>
            <a:chExt cx="1776" cy="2444"/>
          </a:xfrm>
        </p:grpSpPr>
        <p:grpSp>
          <p:nvGrpSpPr>
            <p:cNvPr id="407" name="Google Shape;407;p13"/>
            <p:cNvGrpSpPr/>
            <p:nvPr/>
          </p:nvGrpSpPr>
          <p:grpSpPr>
            <a:xfrm>
              <a:off x="3600" y="1152"/>
              <a:ext cx="1776" cy="2444"/>
              <a:chOff x="3711" y="2317"/>
              <a:chExt cx="2366" cy="2887"/>
            </a:xfrm>
          </p:grpSpPr>
          <p:sp>
            <p:nvSpPr>
              <p:cNvPr id="408" name="Google Shape;408;p13"/>
              <p:cNvSpPr txBox="1"/>
              <p:nvPr/>
            </p:nvSpPr>
            <p:spPr>
              <a:xfrm>
                <a:off x="3711" y="2317"/>
                <a:ext cx="2366" cy="2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3716" y="2321"/>
                <a:ext cx="939" cy="2879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c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 f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 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10" name="Google Shape;410;p13"/>
              <p:cNvSpPr/>
              <p:nvPr/>
            </p:nvSpPr>
            <p:spPr>
              <a:xfrm>
                <a:off x="5132" y="2321"/>
                <a:ext cx="940" cy="2879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3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4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Verdana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5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b="0" i="0" lang="en-US" sz="1800" u="none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411" name="Google Shape;411;p13"/>
              <p:cNvCxnSpPr/>
              <p:nvPr/>
            </p:nvCxnSpPr>
            <p:spPr>
              <a:xfrm>
                <a:off x="4153" y="2910"/>
                <a:ext cx="1223" cy="7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412" name="Google Shape;412;p13"/>
              <p:cNvCxnSpPr/>
              <p:nvPr/>
            </p:nvCxnSpPr>
            <p:spPr>
              <a:xfrm flipH="1" rot="10800000">
                <a:off x="4153" y="3335"/>
                <a:ext cx="1223" cy="3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413" name="Google Shape;413;p13"/>
              <p:cNvCxnSpPr/>
              <p:nvPr/>
            </p:nvCxnSpPr>
            <p:spPr>
              <a:xfrm flipH="1" rot="10800000">
                <a:off x="4153" y="2995"/>
                <a:ext cx="1223" cy="110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414" name="Google Shape;414;p13"/>
              <p:cNvCxnSpPr/>
              <p:nvPr/>
            </p:nvCxnSpPr>
            <p:spPr>
              <a:xfrm>
                <a:off x="4042" y="3335"/>
                <a:ext cx="1334" cy="110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415" name="Google Shape;415;p13"/>
              <p:cNvCxnSpPr/>
              <p:nvPr/>
            </p:nvCxnSpPr>
            <p:spPr>
              <a:xfrm flipH="1" rot="10800000">
                <a:off x="4153" y="4186"/>
                <a:ext cx="1223" cy="3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cxnSp>
          <p:nvCxnSpPr>
            <p:cNvPr id="416" name="Google Shape;416;p13"/>
            <p:cNvCxnSpPr/>
            <p:nvPr/>
          </p:nvCxnSpPr>
          <p:spPr>
            <a:xfrm flipH="1" rot="10800000">
              <a:off x="3984" y="2784"/>
              <a:ext cx="864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2" name="Google Shape;422;p14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Properties of functions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23" name="Google Shape;423;p14"/>
          <p:cNvSpPr txBox="1"/>
          <p:nvPr>
            <p:ph idx="1" type="body"/>
          </p:nvPr>
        </p:nvSpPr>
        <p:spPr>
          <a:xfrm>
            <a:off x="838200" y="1295400"/>
            <a:ext cx="492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 is called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one-to-one correspondence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bijection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both 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to one 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</a:t>
            </a:r>
            <a:r>
              <a:rPr b="1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onto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element in the domain there is one and only one element in the range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elements in the domain equals that in the range  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24" name="Google Shape;424;p14"/>
          <p:cNvSpPr txBox="1"/>
          <p:nvPr>
            <p:ph idx="1" type="body"/>
          </p:nvPr>
        </p:nvSpPr>
        <p:spPr>
          <a:xfrm>
            <a:off x="5691187" y="1295400"/>
            <a:ext cx="292417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5" name="Google Shape;425;p14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6" name="Google Shape;426;p14"/>
          <p:cNvGrpSpPr/>
          <p:nvPr/>
        </p:nvGrpSpPr>
        <p:grpSpPr>
          <a:xfrm>
            <a:off x="5943600" y="1752600"/>
            <a:ext cx="2432050" cy="3879850"/>
            <a:chOff x="3711" y="2317"/>
            <a:chExt cx="2366" cy="2887"/>
          </a:xfrm>
        </p:grpSpPr>
        <p:sp>
          <p:nvSpPr>
            <p:cNvPr id="427" name="Google Shape;427;p14"/>
            <p:cNvSpPr txBox="1"/>
            <p:nvPr/>
          </p:nvSpPr>
          <p:spPr>
            <a:xfrm>
              <a:off x="3711" y="2317"/>
              <a:ext cx="2366" cy="2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716" y="2321"/>
              <a:ext cx="939" cy="2879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5132" y="2321"/>
              <a:ext cx="940" cy="2879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Verdana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1800" u="non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430" name="Google Shape;430;p14"/>
            <p:cNvCxnSpPr/>
            <p:nvPr/>
          </p:nvCxnSpPr>
          <p:spPr>
            <a:xfrm>
              <a:off x="4153" y="2910"/>
              <a:ext cx="1223" cy="76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31" name="Google Shape;431;p14"/>
            <p:cNvCxnSpPr/>
            <p:nvPr/>
          </p:nvCxnSpPr>
          <p:spPr>
            <a:xfrm flipH="1" rot="10800000">
              <a:off x="4153" y="3335"/>
              <a:ext cx="1223" cy="3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32" name="Google Shape;432;p14"/>
            <p:cNvCxnSpPr/>
            <p:nvPr/>
          </p:nvCxnSpPr>
          <p:spPr>
            <a:xfrm flipH="1" rot="10800000">
              <a:off x="4153" y="2995"/>
              <a:ext cx="1223" cy="1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33" name="Google Shape;433;p14"/>
            <p:cNvCxnSpPr/>
            <p:nvPr/>
          </p:nvCxnSpPr>
          <p:spPr>
            <a:xfrm>
              <a:off x="4042" y="3335"/>
              <a:ext cx="1334" cy="1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34" name="Google Shape;434;p14"/>
            <p:cNvCxnSpPr/>
            <p:nvPr/>
          </p:nvCxnSpPr>
          <p:spPr>
            <a:xfrm flipH="1" rot="10800000">
              <a:off x="4153" y="4186"/>
              <a:ext cx="1223" cy="3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 txBox="1"/>
          <p:nvPr>
            <p:ph type="title"/>
          </p:nvPr>
        </p:nvSpPr>
        <p:spPr>
          <a:xfrm>
            <a:off x="609600" y="457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of different types of correspondence</a:t>
            </a:r>
            <a:endParaRPr/>
          </a:p>
        </p:txBody>
      </p:sp>
      <p:sp>
        <p:nvSpPr>
          <p:cNvPr id="440" name="Google Shape;440;p15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grpSp>
        <p:nvGrpSpPr>
          <p:cNvPr id="441" name="Google Shape;441;p15"/>
          <p:cNvGrpSpPr/>
          <p:nvPr/>
        </p:nvGrpSpPr>
        <p:grpSpPr>
          <a:xfrm>
            <a:off x="457200" y="1600200"/>
            <a:ext cx="1676400" cy="2743200"/>
            <a:chOff x="685800" y="1600200"/>
            <a:chExt cx="1828800" cy="3352800"/>
          </a:xfrm>
        </p:grpSpPr>
        <p:sp>
          <p:nvSpPr>
            <p:cNvPr id="442" name="Google Shape;442;p15"/>
            <p:cNvSpPr/>
            <p:nvPr/>
          </p:nvSpPr>
          <p:spPr>
            <a:xfrm>
              <a:off x="685800" y="1981200"/>
              <a:ext cx="685800" cy="2362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1828800" y="1600200"/>
              <a:ext cx="685800" cy="3352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44" name="Google Shape;444;p15"/>
            <p:cNvCxnSpPr/>
            <p:nvPr/>
          </p:nvCxnSpPr>
          <p:spPr>
            <a:xfrm flipH="1" rot="10800000">
              <a:off x="1143000" y="2286000"/>
              <a:ext cx="91440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45" name="Google Shape;445;p15"/>
            <p:cNvCxnSpPr/>
            <p:nvPr/>
          </p:nvCxnSpPr>
          <p:spPr>
            <a:xfrm flipH="1" rot="10800000">
              <a:off x="1143000" y="2997200"/>
              <a:ext cx="872836" cy="27940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46" name="Google Shape;446;p15"/>
            <p:cNvCxnSpPr/>
            <p:nvPr/>
          </p:nvCxnSpPr>
          <p:spPr>
            <a:xfrm>
              <a:off x="1101436" y="3835400"/>
              <a:ext cx="914400" cy="279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grpSp>
        <p:nvGrpSpPr>
          <p:cNvPr id="447" name="Google Shape;447;p15"/>
          <p:cNvGrpSpPr/>
          <p:nvPr/>
        </p:nvGrpSpPr>
        <p:grpSpPr>
          <a:xfrm>
            <a:off x="2362200" y="1524000"/>
            <a:ext cx="1524000" cy="2667000"/>
            <a:chOff x="3048000" y="1524000"/>
            <a:chExt cx="1828800" cy="3352800"/>
          </a:xfrm>
        </p:grpSpPr>
        <p:sp>
          <p:nvSpPr>
            <p:cNvPr id="448" name="Google Shape;448;p15"/>
            <p:cNvSpPr/>
            <p:nvPr/>
          </p:nvSpPr>
          <p:spPr>
            <a:xfrm>
              <a:off x="3048000" y="1524000"/>
              <a:ext cx="685800" cy="3352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4191000" y="1981200"/>
              <a:ext cx="685800" cy="2362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cxnSp>
          <p:nvCxnSpPr>
            <p:cNvPr id="450" name="Google Shape;450;p15"/>
            <p:cNvCxnSpPr/>
            <p:nvPr/>
          </p:nvCxnSpPr>
          <p:spPr>
            <a:xfrm>
              <a:off x="3505200" y="2362200"/>
              <a:ext cx="914400" cy="79030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51" name="Google Shape;451;p15"/>
            <p:cNvCxnSpPr/>
            <p:nvPr/>
          </p:nvCxnSpPr>
          <p:spPr>
            <a:xfrm flipH="1" rot="10800000">
              <a:off x="3505200" y="2590800"/>
              <a:ext cx="914400" cy="381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52" name="Google Shape;452;p15"/>
            <p:cNvCxnSpPr/>
            <p:nvPr/>
          </p:nvCxnSpPr>
          <p:spPr>
            <a:xfrm>
              <a:off x="3596640" y="3535680"/>
              <a:ext cx="731520" cy="19158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53" name="Google Shape;453;p15"/>
            <p:cNvCxnSpPr/>
            <p:nvPr/>
          </p:nvCxnSpPr>
          <p:spPr>
            <a:xfrm flipH="1" rot="10800000">
              <a:off x="3505202" y="3248297"/>
              <a:ext cx="914398" cy="8621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grpSp>
        <p:nvGrpSpPr>
          <p:cNvPr id="454" name="Google Shape;454;p15"/>
          <p:cNvGrpSpPr/>
          <p:nvPr/>
        </p:nvGrpSpPr>
        <p:grpSpPr>
          <a:xfrm>
            <a:off x="4038600" y="1524000"/>
            <a:ext cx="1447800" cy="2743200"/>
            <a:chOff x="3048000" y="1524000"/>
            <a:chExt cx="1828800" cy="3352800"/>
          </a:xfrm>
        </p:grpSpPr>
        <p:sp>
          <p:nvSpPr>
            <p:cNvPr id="455" name="Google Shape;455;p15"/>
            <p:cNvSpPr/>
            <p:nvPr/>
          </p:nvSpPr>
          <p:spPr>
            <a:xfrm>
              <a:off x="3048000" y="1524000"/>
              <a:ext cx="685800" cy="3352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4191000" y="1676400"/>
              <a:ext cx="685800" cy="3124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57" name="Google Shape;457;p15"/>
            <p:cNvCxnSpPr/>
            <p:nvPr/>
          </p:nvCxnSpPr>
          <p:spPr>
            <a:xfrm>
              <a:off x="3505200" y="2362200"/>
              <a:ext cx="890337" cy="65193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58" name="Google Shape;458;p15"/>
            <p:cNvCxnSpPr/>
            <p:nvPr/>
          </p:nvCxnSpPr>
          <p:spPr>
            <a:xfrm flipH="1" rot="10800000">
              <a:off x="3529263" y="2362200"/>
              <a:ext cx="866274" cy="46566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59" name="Google Shape;459;p15"/>
            <p:cNvCxnSpPr/>
            <p:nvPr/>
          </p:nvCxnSpPr>
          <p:spPr>
            <a:xfrm>
              <a:off x="3529263" y="3479800"/>
              <a:ext cx="838200" cy="7619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60" name="Google Shape;460;p15"/>
            <p:cNvCxnSpPr/>
            <p:nvPr/>
          </p:nvCxnSpPr>
          <p:spPr>
            <a:xfrm>
              <a:off x="3529263" y="4038600"/>
              <a:ext cx="914400" cy="7619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grpSp>
        <p:nvGrpSpPr>
          <p:cNvPr id="461" name="Google Shape;461;p15"/>
          <p:cNvGrpSpPr/>
          <p:nvPr/>
        </p:nvGrpSpPr>
        <p:grpSpPr>
          <a:xfrm>
            <a:off x="5638800" y="1524000"/>
            <a:ext cx="1447800" cy="2743200"/>
            <a:chOff x="3048000" y="1524000"/>
            <a:chExt cx="1828800" cy="3352800"/>
          </a:xfrm>
        </p:grpSpPr>
        <p:sp>
          <p:nvSpPr>
            <p:cNvPr id="462" name="Google Shape;462;p15"/>
            <p:cNvSpPr/>
            <p:nvPr/>
          </p:nvSpPr>
          <p:spPr>
            <a:xfrm>
              <a:off x="3048000" y="1524000"/>
              <a:ext cx="685800" cy="3352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4191000" y="1676400"/>
              <a:ext cx="685800" cy="3124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64" name="Google Shape;464;p15"/>
            <p:cNvCxnSpPr/>
            <p:nvPr/>
          </p:nvCxnSpPr>
          <p:spPr>
            <a:xfrm>
              <a:off x="3505200" y="2362200"/>
              <a:ext cx="890337" cy="65193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65" name="Google Shape;465;p15"/>
            <p:cNvCxnSpPr/>
            <p:nvPr/>
          </p:nvCxnSpPr>
          <p:spPr>
            <a:xfrm flipH="1" rot="10800000">
              <a:off x="3529263" y="2362200"/>
              <a:ext cx="866274" cy="46566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66" name="Google Shape;466;p15"/>
            <p:cNvCxnSpPr/>
            <p:nvPr/>
          </p:nvCxnSpPr>
          <p:spPr>
            <a:xfrm flipH="1" rot="10800000">
              <a:off x="3529263" y="3107267"/>
              <a:ext cx="866274" cy="37253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67" name="Google Shape;467;p15"/>
            <p:cNvCxnSpPr/>
            <p:nvPr/>
          </p:nvCxnSpPr>
          <p:spPr>
            <a:xfrm flipH="1" rot="10800000">
              <a:off x="3529263" y="3572933"/>
              <a:ext cx="866274" cy="46566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grpSp>
        <p:nvGrpSpPr>
          <p:cNvPr id="468" name="Google Shape;468;p15"/>
          <p:cNvGrpSpPr/>
          <p:nvPr/>
        </p:nvGrpSpPr>
        <p:grpSpPr>
          <a:xfrm>
            <a:off x="7315200" y="1573212"/>
            <a:ext cx="1447800" cy="2555875"/>
            <a:chOff x="7315201" y="1572491"/>
            <a:chExt cx="1447799" cy="2556164"/>
          </a:xfrm>
        </p:grpSpPr>
        <p:sp>
          <p:nvSpPr>
            <p:cNvPr id="469" name="Google Shape;469;p15"/>
            <p:cNvSpPr/>
            <p:nvPr/>
          </p:nvSpPr>
          <p:spPr>
            <a:xfrm>
              <a:off x="7315201" y="1752600"/>
              <a:ext cx="457200" cy="21336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8220075" y="1572491"/>
              <a:ext cx="542925" cy="2556164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71" name="Google Shape;471;p15"/>
            <p:cNvCxnSpPr/>
            <p:nvPr/>
          </p:nvCxnSpPr>
          <p:spPr>
            <a:xfrm>
              <a:off x="7620000" y="2286000"/>
              <a:ext cx="76200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72" name="Google Shape;472;p15"/>
            <p:cNvCxnSpPr/>
            <p:nvPr/>
          </p:nvCxnSpPr>
          <p:spPr>
            <a:xfrm flipH="1" rot="10800000">
              <a:off x="7620000" y="2133600"/>
              <a:ext cx="762000" cy="60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73" name="Google Shape;473;p15"/>
            <p:cNvCxnSpPr/>
            <p:nvPr/>
          </p:nvCxnSpPr>
          <p:spPr>
            <a:xfrm flipH="1" rot="10800000">
              <a:off x="7620000" y="3124200"/>
              <a:ext cx="762000" cy="76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74" name="Google Shape;474;p15"/>
            <p:cNvCxnSpPr/>
            <p:nvPr/>
          </p:nvCxnSpPr>
          <p:spPr>
            <a:xfrm flipH="1" rot="-5400000">
              <a:off x="7391400" y="2590800"/>
              <a:ext cx="1219200" cy="762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475" name="Google Shape;475;p15"/>
          <p:cNvSpPr txBox="1"/>
          <p:nvPr/>
        </p:nvSpPr>
        <p:spPr>
          <a:xfrm>
            <a:off x="304800" y="4419600"/>
            <a:ext cx="19050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One-to-one, not Onto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3886200" y="4343400"/>
            <a:ext cx="19050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Onto and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One-to-one</a:t>
            </a:r>
            <a:endParaRPr/>
          </a:p>
        </p:txBody>
      </p:sp>
      <p:sp>
        <p:nvSpPr>
          <p:cNvPr id="477" name="Google Shape;477;p15"/>
          <p:cNvSpPr txBox="1"/>
          <p:nvPr/>
        </p:nvSpPr>
        <p:spPr>
          <a:xfrm>
            <a:off x="2286000" y="4267200"/>
            <a:ext cx="19050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Onto, 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One-to-one</a:t>
            </a:r>
            <a:endParaRPr/>
          </a:p>
        </p:txBody>
      </p:sp>
      <p:sp>
        <p:nvSpPr>
          <p:cNvPr id="478" name="Google Shape;478;p15"/>
          <p:cNvSpPr txBox="1"/>
          <p:nvPr/>
        </p:nvSpPr>
        <p:spPr>
          <a:xfrm>
            <a:off x="5562600" y="4343400"/>
            <a:ext cx="19050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Neither one-to-one nor Onto</a:t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7391400" y="4267200"/>
            <a:ext cx="15240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a function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 txBox="1"/>
          <p:nvPr>
            <p:ph type="title"/>
          </p:nvPr>
        </p:nvSpPr>
        <p:spPr>
          <a:xfrm>
            <a:off x="533400" y="228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Inverse Function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85" name="Google Shape;485;p16"/>
          <p:cNvSpPr txBox="1"/>
          <p:nvPr>
            <p:ph idx="1" type="body"/>
          </p:nvPr>
        </p:nvSpPr>
        <p:spPr>
          <a:xfrm>
            <a:off x="609600" y="1143000"/>
            <a:ext cx="381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inverse function of an one-to-one function </a:t>
            </a:r>
            <a:r>
              <a:rPr b="0" i="1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A to B is the function that assign an element b ϵ B to an element a unique element a ϵ A such that </a:t>
            </a:r>
            <a:r>
              <a:rPr b="0" i="1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(a) = b.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Inverse function is denoted as </a:t>
            </a:r>
            <a:r>
              <a:rPr b="0" i="0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baseline="30000" i="0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-1</a:t>
            </a:r>
            <a:r>
              <a:rPr b="0" i="0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One-to-one correspondence is also called </a:t>
            </a:r>
            <a:r>
              <a:rPr b="0" i="0" lang="en-US" sz="2000" u="none" cap="none" strike="noStrik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invertible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we can take inverse of it, others are not invertible.</a:t>
            </a:r>
            <a:endParaRPr/>
          </a:p>
        </p:txBody>
      </p:sp>
      <p:sp>
        <p:nvSpPr>
          <p:cNvPr id="486" name="Google Shape;486;p16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grpSp>
        <p:nvGrpSpPr>
          <p:cNvPr id="487" name="Google Shape;487;p16"/>
          <p:cNvGrpSpPr/>
          <p:nvPr/>
        </p:nvGrpSpPr>
        <p:grpSpPr>
          <a:xfrm>
            <a:off x="4648200" y="1066800"/>
            <a:ext cx="1752600" cy="2590800"/>
            <a:chOff x="4648200" y="1066800"/>
            <a:chExt cx="1752600" cy="2590800"/>
          </a:xfrm>
        </p:grpSpPr>
        <p:sp>
          <p:nvSpPr>
            <p:cNvPr id="488" name="Google Shape;488;p16"/>
            <p:cNvSpPr/>
            <p:nvPr/>
          </p:nvSpPr>
          <p:spPr>
            <a:xfrm>
              <a:off x="4648200" y="1066800"/>
              <a:ext cx="657225" cy="2590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5743575" y="1184564"/>
              <a:ext cx="657225" cy="2414155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90" name="Google Shape;490;p16"/>
            <p:cNvCxnSpPr/>
            <p:nvPr/>
          </p:nvCxnSpPr>
          <p:spPr>
            <a:xfrm>
              <a:off x="5086350" y="1714500"/>
              <a:ext cx="853240" cy="5037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91" name="Google Shape;491;p16"/>
            <p:cNvCxnSpPr/>
            <p:nvPr/>
          </p:nvCxnSpPr>
          <p:spPr>
            <a:xfrm flipH="1" rot="10800000">
              <a:off x="5109410" y="1714500"/>
              <a:ext cx="830179" cy="35983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92" name="Google Shape;492;p16"/>
            <p:cNvCxnSpPr/>
            <p:nvPr/>
          </p:nvCxnSpPr>
          <p:spPr>
            <a:xfrm>
              <a:off x="5109410" y="2578100"/>
              <a:ext cx="803275" cy="5888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493" name="Google Shape;493;p16"/>
            <p:cNvCxnSpPr/>
            <p:nvPr/>
          </p:nvCxnSpPr>
          <p:spPr>
            <a:xfrm>
              <a:off x="5109410" y="3009900"/>
              <a:ext cx="876300" cy="5888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sp>
          <p:nvSpPr>
            <p:cNvPr id="494" name="Google Shape;494;p16"/>
            <p:cNvSpPr txBox="1"/>
            <p:nvPr/>
          </p:nvSpPr>
          <p:spPr>
            <a:xfrm>
              <a:off x="5334000" y="1143000"/>
              <a:ext cx="457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/>
            </a:p>
          </p:txBody>
        </p:sp>
      </p:grpSp>
      <p:grpSp>
        <p:nvGrpSpPr>
          <p:cNvPr id="495" name="Google Shape;495;p16"/>
          <p:cNvGrpSpPr/>
          <p:nvPr/>
        </p:nvGrpSpPr>
        <p:grpSpPr>
          <a:xfrm>
            <a:off x="6400800" y="3733800"/>
            <a:ext cx="1752600" cy="2743200"/>
            <a:chOff x="6400800" y="3733800"/>
            <a:chExt cx="1752600" cy="2743200"/>
          </a:xfrm>
        </p:grpSpPr>
        <p:sp>
          <p:nvSpPr>
            <p:cNvPr id="496" name="Google Shape;496;p16"/>
            <p:cNvSpPr txBox="1"/>
            <p:nvPr/>
          </p:nvSpPr>
          <p:spPr>
            <a:xfrm>
              <a:off x="7086600" y="3733800"/>
              <a:ext cx="6858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r>
                <a:rPr b="0" baseline="30000" i="1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--1</a:t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6400800" y="3886200"/>
              <a:ext cx="657225" cy="2590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7496175" y="4003964"/>
              <a:ext cx="657225" cy="2414155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cxnSp>
          <p:nvCxnSpPr>
            <p:cNvPr id="499" name="Google Shape;499;p16"/>
            <p:cNvCxnSpPr/>
            <p:nvPr/>
          </p:nvCxnSpPr>
          <p:spPr>
            <a:xfrm>
              <a:off x="6838950" y="4533900"/>
              <a:ext cx="853240" cy="5037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500" name="Google Shape;500;p16"/>
            <p:cNvCxnSpPr/>
            <p:nvPr/>
          </p:nvCxnSpPr>
          <p:spPr>
            <a:xfrm flipH="1" rot="10800000">
              <a:off x="6862010" y="4533900"/>
              <a:ext cx="830179" cy="35983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501" name="Google Shape;501;p16"/>
            <p:cNvCxnSpPr/>
            <p:nvPr/>
          </p:nvCxnSpPr>
          <p:spPr>
            <a:xfrm>
              <a:off x="6862010" y="5397500"/>
              <a:ext cx="803275" cy="5888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502" name="Google Shape;502;p16"/>
            <p:cNvCxnSpPr/>
            <p:nvPr/>
          </p:nvCxnSpPr>
          <p:spPr>
            <a:xfrm>
              <a:off x="6862010" y="5829300"/>
              <a:ext cx="876300" cy="58881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Composition of Functions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508" name="Google Shape;508;p17"/>
          <p:cNvSpPr txBox="1"/>
          <p:nvPr>
            <p:ph idx="1" type="body"/>
          </p:nvPr>
        </p:nvSpPr>
        <p:spPr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 the function from A to B and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 the function from B to C.  The composition of the functions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denoted by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f </a:t>
            </a:r>
            <a:r>
              <a:rPr b="0" i="1" lang="en-US" sz="2000" u="none">
                <a:solidFill>
                  <a:srgbClr val="4D00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defined by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	f </a:t>
            </a:r>
            <a:r>
              <a:rPr b="0" i="1" lang="en-US" sz="2000" u="none">
                <a:solidFill>
                  <a:srgbClr val="4D00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g(a) = f(g(a))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Let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 the functions from the set of integers to the set of integers defined by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2x + 3 and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(x) = 3x + 2. What is the composition of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b="0" i="0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Solution: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 o g (x) = f(g(x)) = f(3x + 2) = 2 (3x + 2) + 3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         = 6x + 4 + 3 = 6x + 7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0" i="1" lang="en-US" sz="2000" u="none">
                <a:solidFill>
                  <a:srgbClr val="4D004D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g o f (x) = g(f(x)) = g(2x + 3) = 3(2x + 3) + 2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        = 6x + 11 		</a:t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Floor &amp; Ceiling Functions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515" name="Google Shape;515;p18"/>
          <p:cNvSpPr txBox="1"/>
          <p:nvPr>
            <p:ph idx="1" type="body"/>
          </p:nvPr>
        </p:nvSpPr>
        <p:spPr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floor function to a real number x is the largest integer that is less than or equal to x, denoted as 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ceiling function to a real number x is the smallest integer that is greater than or equal to x, denoted as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              </a:t>
            </a:r>
            <a:endParaRPr/>
          </a:p>
        </p:txBody>
      </p:sp>
      <p:sp>
        <p:nvSpPr>
          <p:cNvPr id="516" name="Google Shape;516;p18"/>
          <p:cNvSpPr txBox="1"/>
          <p:nvPr/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517" name="Google Shape;5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981200"/>
            <a:ext cx="442912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3162300"/>
            <a:ext cx="450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3657600"/>
            <a:ext cx="914400" cy="77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1400" y="3657600"/>
            <a:ext cx="9366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526" name="Google Shape;526;p19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Other Functions</a:t>
            </a:r>
            <a:endParaRPr/>
          </a:p>
        </p:txBody>
      </p:sp>
      <p:sp>
        <p:nvSpPr>
          <p:cNvPr id="527" name="Google Shape;527;p19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discrete math, we will frequently use the following functions over real numbers:</a:t>
            </a:r>
            <a:endParaRPr/>
          </a:p>
          <a:p>
            <a:pPr indent="-495299" lvl="1" marL="966787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⎣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⎦ (“floor of 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”) is the largest (most positive) integer ≤ 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x.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495299" lvl="1" marL="966787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320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⎡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⎤ (“ceiling of 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”) is the smallest (most negative) integer ≥ </a:t>
            </a:r>
            <a:r>
              <a:rPr b="0" i="1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89230" lvl="0" marL="342900" rtl="0" algn="l">
              <a:spcBef>
                <a:spcPts val="440"/>
              </a:spcBef>
              <a:spcAft>
                <a:spcPts val="0"/>
              </a:spcAft>
              <a:buSzPts val="242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0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Visualizing Floor &amp; Ceiling</a:t>
            </a:r>
            <a:endParaRPr/>
          </a:p>
        </p:txBody>
      </p:sp>
      <p:sp>
        <p:nvSpPr>
          <p:cNvPr id="534" name="Google Shape;534;p20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rtl="0" algn="l"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5" name="Google Shape;535;p20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 numbers “fall to their floor” or “rise to their ceiling.”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 that if 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∉</a:t>
            </a:r>
            <a:r>
              <a:rPr b="1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⎣−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⎦ ≠ − ⎣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⎦ &amp;</a:t>
            </a:r>
            <a:b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⎡−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⎤ ≠ − ⎡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⎤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 that if 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∈</a:t>
            </a:r>
            <a:r>
              <a:rPr b="1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⎣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⎦ = ⎡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⎤ = 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cxnSp>
        <p:nvCxnSpPr>
          <p:cNvPr id="536" name="Google Shape;536;p20"/>
          <p:cNvCxnSpPr/>
          <p:nvPr/>
        </p:nvCxnSpPr>
        <p:spPr>
          <a:xfrm rot="10800000">
            <a:off x="5410200" y="2590800"/>
            <a:ext cx="0" cy="3276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triangle"/>
            <a:tailEnd len="lg" w="lg" type="triangle"/>
          </a:ln>
        </p:spPr>
      </p:cxnSp>
      <p:cxnSp>
        <p:nvCxnSpPr>
          <p:cNvPr id="537" name="Google Shape;537;p20"/>
          <p:cNvCxnSpPr/>
          <p:nvPr/>
        </p:nvCxnSpPr>
        <p:spPr>
          <a:xfrm>
            <a:off x="5257800" y="28956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8" name="Google Shape;538;p20"/>
          <p:cNvCxnSpPr/>
          <p:nvPr/>
        </p:nvCxnSpPr>
        <p:spPr>
          <a:xfrm>
            <a:off x="5257800" y="32766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9" name="Google Shape;539;p20"/>
          <p:cNvCxnSpPr/>
          <p:nvPr/>
        </p:nvCxnSpPr>
        <p:spPr>
          <a:xfrm>
            <a:off x="5257800" y="3733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0" name="Google Shape;540;p20"/>
          <p:cNvCxnSpPr/>
          <p:nvPr/>
        </p:nvCxnSpPr>
        <p:spPr>
          <a:xfrm>
            <a:off x="5257800" y="4191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1" name="Google Shape;541;p20"/>
          <p:cNvCxnSpPr/>
          <p:nvPr/>
        </p:nvCxnSpPr>
        <p:spPr>
          <a:xfrm>
            <a:off x="5257800" y="4648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2" name="Google Shape;542;p20"/>
          <p:cNvCxnSpPr/>
          <p:nvPr/>
        </p:nvCxnSpPr>
        <p:spPr>
          <a:xfrm>
            <a:off x="5257800" y="51054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3" name="Google Shape;543;p20"/>
          <p:cNvCxnSpPr/>
          <p:nvPr/>
        </p:nvCxnSpPr>
        <p:spPr>
          <a:xfrm>
            <a:off x="5257800" y="55626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4" name="Google Shape;544;p20"/>
          <p:cNvSpPr txBox="1"/>
          <p:nvPr/>
        </p:nvSpPr>
        <p:spPr>
          <a:xfrm>
            <a:off x="4953000" y="39624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45" name="Google Shape;545;p20"/>
          <p:cNvSpPr txBox="1"/>
          <p:nvPr/>
        </p:nvSpPr>
        <p:spPr>
          <a:xfrm>
            <a:off x="4800600" y="4419600"/>
            <a:ext cx="503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/>
          </a:p>
        </p:txBody>
      </p:sp>
      <p:sp>
        <p:nvSpPr>
          <p:cNvPr id="546" name="Google Shape;546;p20"/>
          <p:cNvSpPr txBox="1"/>
          <p:nvPr/>
        </p:nvSpPr>
        <p:spPr>
          <a:xfrm>
            <a:off x="4953000" y="3505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7" name="Google Shape;547;p20"/>
          <p:cNvSpPr txBox="1"/>
          <p:nvPr/>
        </p:nvSpPr>
        <p:spPr>
          <a:xfrm>
            <a:off x="4953000" y="30480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8" name="Google Shape;548;p20"/>
          <p:cNvSpPr txBox="1"/>
          <p:nvPr/>
        </p:nvSpPr>
        <p:spPr>
          <a:xfrm>
            <a:off x="4953000" y="26670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49" name="Google Shape;549;p20"/>
          <p:cNvSpPr txBox="1"/>
          <p:nvPr/>
        </p:nvSpPr>
        <p:spPr>
          <a:xfrm>
            <a:off x="4800600" y="4876800"/>
            <a:ext cx="503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4800600" y="5334000"/>
            <a:ext cx="503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/>
          </a:p>
        </p:txBody>
      </p:sp>
      <p:sp>
        <p:nvSpPr>
          <p:cNvPr id="551" name="Google Shape;551;p20"/>
          <p:cNvSpPr txBox="1"/>
          <p:nvPr/>
        </p:nvSpPr>
        <p:spPr>
          <a:xfrm>
            <a:off x="5638800" y="312420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5810250" y="34099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3" name="Google Shape;553;p20"/>
          <p:cNvSpPr txBox="1"/>
          <p:nvPr/>
        </p:nvSpPr>
        <p:spPr>
          <a:xfrm>
            <a:off x="5943600" y="29527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4" name="Google Shape;554;p20"/>
          <p:cNvSpPr txBox="1"/>
          <p:nvPr/>
        </p:nvSpPr>
        <p:spPr>
          <a:xfrm>
            <a:off x="5943600" y="43243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5" name="Google Shape;555;p20"/>
          <p:cNvSpPr txBox="1"/>
          <p:nvPr/>
        </p:nvSpPr>
        <p:spPr>
          <a:xfrm>
            <a:off x="5715000" y="449580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6" name="Google Shape;556;p20"/>
          <p:cNvSpPr txBox="1"/>
          <p:nvPr/>
        </p:nvSpPr>
        <p:spPr>
          <a:xfrm>
            <a:off x="6172200" y="47815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5792787" y="3462337"/>
            <a:ext cx="141287" cy="257175"/>
          </a:xfrm>
          <a:custGeom>
            <a:rect b="b" l="l" r="r" t="t"/>
            <a:pathLst>
              <a:path extrusionOk="0" h="162" w="89">
                <a:moveTo>
                  <a:pt x="0" y="0"/>
                </a:moveTo>
                <a:cubicBezTo>
                  <a:pt x="39" y="13"/>
                  <a:pt x="23" y="21"/>
                  <a:pt x="49" y="49"/>
                </a:cubicBezTo>
                <a:cubicBezTo>
                  <a:pt x="68" y="106"/>
                  <a:pt x="56" y="83"/>
                  <a:pt x="81" y="122"/>
                </a:cubicBezTo>
                <a:cubicBezTo>
                  <a:pt x="84" y="135"/>
                  <a:pt x="89" y="162"/>
                  <a:pt x="89" y="16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5791200" y="3321050"/>
            <a:ext cx="266700" cy="127000"/>
          </a:xfrm>
          <a:custGeom>
            <a:rect b="b" l="l" r="r" t="t"/>
            <a:pathLst>
              <a:path extrusionOk="0" h="80" w="168">
                <a:moveTo>
                  <a:pt x="0" y="80"/>
                </a:moveTo>
                <a:cubicBezTo>
                  <a:pt x="32" y="69"/>
                  <a:pt x="64" y="65"/>
                  <a:pt x="96" y="56"/>
                </a:cubicBezTo>
                <a:cubicBezTo>
                  <a:pt x="104" y="54"/>
                  <a:pt x="112" y="51"/>
                  <a:pt x="120" y="48"/>
                </a:cubicBezTo>
                <a:cubicBezTo>
                  <a:pt x="129" y="45"/>
                  <a:pt x="144" y="32"/>
                  <a:pt x="144" y="32"/>
                </a:cubicBezTo>
                <a:cubicBezTo>
                  <a:pt x="152" y="21"/>
                  <a:pt x="162" y="12"/>
                  <a:pt x="168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9" name="Google Shape;559;p20"/>
          <p:cNvSpPr txBox="1"/>
          <p:nvPr/>
        </p:nvSpPr>
        <p:spPr>
          <a:xfrm>
            <a:off x="5715000" y="52387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5867400" y="52387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61" name="Google Shape;561;p20"/>
          <p:cNvSpPr txBox="1"/>
          <p:nvPr/>
        </p:nvSpPr>
        <p:spPr>
          <a:xfrm>
            <a:off x="6108700" y="5238750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5861050" y="4826000"/>
            <a:ext cx="433387" cy="273050"/>
          </a:xfrm>
          <a:custGeom>
            <a:rect b="b" l="l" r="r" t="t"/>
            <a:pathLst>
              <a:path extrusionOk="0" h="172" w="273">
                <a:moveTo>
                  <a:pt x="0" y="0"/>
                </a:moveTo>
                <a:cubicBezTo>
                  <a:pt x="45" y="15"/>
                  <a:pt x="94" y="24"/>
                  <a:pt x="140" y="36"/>
                </a:cubicBezTo>
                <a:cubicBezTo>
                  <a:pt x="152" y="39"/>
                  <a:pt x="164" y="44"/>
                  <a:pt x="176" y="48"/>
                </a:cubicBezTo>
                <a:cubicBezTo>
                  <a:pt x="184" y="51"/>
                  <a:pt x="200" y="56"/>
                  <a:pt x="200" y="56"/>
                </a:cubicBezTo>
                <a:cubicBezTo>
                  <a:pt x="211" y="67"/>
                  <a:pt x="236" y="84"/>
                  <a:pt x="236" y="84"/>
                </a:cubicBezTo>
                <a:cubicBezTo>
                  <a:pt x="237" y="88"/>
                  <a:pt x="237" y="93"/>
                  <a:pt x="240" y="96"/>
                </a:cubicBezTo>
                <a:cubicBezTo>
                  <a:pt x="243" y="100"/>
                  <a:pt x="249" y="100"/>
                  <a:pt x="252" y="104"/>
                </a:cubicBezTo>
                <a:cubicBezTo>
                  <a:pt x="256" y="111"/>
                  <a:pt x="255" y="121"/>
                  <a:pt x="260" y="128"/>
                </a:cubicBezTo>
                <a:cubicBezTo>
                  <a:pt x="263" y="132"/>
                  <a:pt x="265" y="136"/>
                  <a:pt x="268" y="140"/>
                </a:cubicBezTo>
                <a:cubicBezTo>
                  <a:pt x="273" y="161"/>
                  <a:pt x="272" y="151"/>
                  <a:pt x="272" y="17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5854700" y="4705350"/>
            <a:ext cx="190500" cy="114300"/>
          </a:xfrm>
          <a:custGeom>
            <a:rect b="b" l="l" r="r" t="t"/>
            <a:pathLst>
              <a:path extrusionOk="0" h="72" w="120">
                <a:moveTo>
                  <a:pt x="0" y="72"/>
                </a:moveTo>
                <a:cubicBezTo>
                  <a:pt x="21" y="65"/>
                  <a:pt x="43" y="59"/>
                  <a:pt x="64" y="52"/>
                </a:cubicBezTo>
                <a:cubicBezTo>
                  <a:pt x="77" y="48"/>
                  <a:pt x="88" y="32"/>
                  <a:pt x="100" y="24"/>
                </a:cubicBezTo>
                <a:cubicBezTo>
                  <a:pt x="104" y="18"/>
                  <a:pt x="120" y="6"/>
                  <a:pt x="12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5842000" y="5365750"/>
            <a:ext cx="381000" cy="177800"/>
          </a:xfrm>
          <a:custGeom>
            <a:rect b="b" l="l" r="r" t="t"/>
            <a:pathLst>
              <a:path extrusionOk="0" h="112" w="252">
                <a:moveTo>
                  <a:pt x="0" y="112"/>
                </a:moveTo>
                <a:cubicBezTo>
                  <a:pt x="25" y="74"/>
                  <a:pt x="56" y="44"/>
                  <a:pt x="96" y="24"/>
                </a:cubicBezTo>
                <a:cubicBezTo>
                  <a:pt x="109" y="17"/>
                  <a:pt x="122" y="12"/>
                  <a:pt x="136" y="8"/>
                </a:cubicBezTo>
                <a:cubicBezTo>
                  <a:pt x="144" y="6"/>
                  <a:pt x="160" y="0"/>
                  <a:pt x="160" y="0"/>
                </a:cubicBezTo>
                <a:cubicBezTo>
                  <a:pt x="188" y="3"/>
                  <a:pt x="209" y="5"/>
                  <a:pt x="232" y="20"/>
                </a:cubicBezTo>
                <a:cubicBezTo>
                  <a:pt x="239" y="42"/>
                  <a:pt x="248" y="56"/>
                  <a:pt x="252" y="80"/>
                </a:cubicBezTo>
                <a:cubicBezTo>
                  <a:pt x="251" y="88"/>
                  <a:pt x="248" y="104"/>
                  <a:pt x="248" y="10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5822950" y="5581650"/>
            <a:ext cx="209550" cy="165100"/>
          </a:xfrm>
          <a:custGeom>
            <a:rect b="b" l="l" r="r" t="t"/>
            <a:pathLst>
              <a:path extrusionOk="0" h="104" w="132">
                <a:moveTo>
                  <a:pt x="4" y="0"/>
                </a:moveTo>
                <a:cubicBezTo>
                  <a:pt x="0" y="13"/>
                  <a:pt x="11" y="75"/>
                  <a:pt x="20" y="84"/>
                </a:cubicBezTo>
                <a:cubicBezTo>
                  <a:pt x="30" y="94"/>
                  <a:pt x="56" y="104"/>
                  <a:pt x="56" y="104"/>
                </a:cubicBezTo>
                <a:cubicBezTo>
                  <a:pt x="80" y="101"/>
                  <a:pt x="101" y="100"/>
                  <a:pt x="124" y="92"/>
                </a:cubicBezTo>
                <a:cubicBezTo>
                  <a:pt x="132" y="59"/>
                  <a:pt x="131" y="34"/>
                  <a:pt x="116" y="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5438775" y="3316287"/>
            <a:ext cx="3746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</a:t>
            </a:r>
            <a:endParaRPr/>
          </a:p>
        </p:txBody>
      </p:sp>
      <p:sp>
        <p:nvSpPr>
          <p:cNvPr id="567" name="Google Shape;567;p20"/>
          <p:cNvSpPr txBox="1"/>
          <p:nvPr/>
        </p:nvSpPr>
        <p:spPr>
          <a:xfrm>
            <a:off x="6019800" y="2971800"/>
            <a:ext cx="6540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⎡1.6⎤=2</a:t>
            </a:r>
            <a:endParaRPr/>
          </a:p>
        </p:txBody>
      </p:sp>
      <p:sp>
        <p:nvSpPr>
          <p:cNvPr id="568" name="Google Shape;568;p20"/>
          <p:cNvSpPr txBox="1"/>
          <p:nvPr/>
        </p:nvSpPr>
        <p:spPr>
          <a:xfrm>
            <a:off x="6248400" y="5105400"/>
            <a:ext cx="860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⎣−1.4⎦= −2</a:t>
            </a:r>
            <a:endParaRPr/>
          </a:p>
        </p:txBody>
      </p:sp>
      <p:sp>
        <p:nvSpPr>
          <p:cNvPr id="569" name="Google Shape;569;p20"/>
          <p:cNvSpPr txBox="1"/>
          <p:nvPr/>
        </p:nvSpPr>
        <p:spPr>
          <a:xfrm>
            <a:off x="5441950" y="4681537"/>
            <a:ext cx="458787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−1.4</a:t>
            </a:r>
            <a:endParaRPr/>
          </a:p>
        </p:txBody>
      </p:sp>
      <p:sp>
        <p:nvSpPr>
          <p:cNvPr id="570" name="Google Shape;570;p20"/>
          <p:cNvSpPr txBox="1"/>
          <p:nvPr/>
        </p:nvSpPr>
        <p:spPr>
          <a:xfrm>
            <a:off x="5943600" y="4343400"/>
            <a:ext cx="860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⎡−1.4⎤= −1</a:t>
            </a:r>
            <a:endParaRPr/>
          </a:p>
        </p:txBody>
      </p:sp>
      <p:cxnSp>
        <p:nvCxnSpPr>
          <p:cNvPr id="571" name="Google Shape;571;p20"/>
          <p:cNvCxnSpPr/>
          <p:nvPr/>
        </p:nvCxnSpPr>
        <p:spPr>
          <a:xfrm>
            <a:off x="5638800" y="3276600"/>
            <a:ext cx="12954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2" name="Google Shape;572;p20"/>
          <p:cNvCxnSpPr/>
          <p:nvPr/>
        </p:nvCxnSpPr>
        <p:spPr>
          <a:xfrm>
            <a:off x="5638800" y="3733800"/>
            <a:ext cx="12954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3" name="Google Shape;573;p20"/>
          <p:cNvCxnSpPr/>
          <p:nvPr/>
        </p:nvCxnSpPr>
        <p:spPr>
          <a:xfrm>
            <a:off x="5638800" y="4648200"/>
            <a:ext cx="12954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4" name="Google Shape;574;p20"/>
          <p:cNvCxnSpPr/>
          <p:nvPr/>
        </p:nvCxnSpPr>
        <p:spPr>
          <a:xfrm>
            <a:off x="5638800" y="5105400"/>
            <a:ext cx="12954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5" name="Google Shape;575;p20"/>
          <p:cNvCxnSpPr/>
          <p:nvPr/>
        </p:nvCxnSpPr>
        <p:spPr>
          <a:xfrm>
            <a:off x="5638800" y="5562600"/>
            <a:ext cx="12954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76" name="Google Shape;576;p20"/>
          <p:cNvSpPr txBox="1"/>
          <p:nvPr/>
        </p:nvSpPr>
        <p:spPr>
          <a:xfrm>
            <a:off x="5867400" y="3733800"/>
            <a:ext cx="6540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⎣1.6⎦=1</a:t>
            </a:r>
            <a:endParaRPr/>
          </a:p>
        </p:txBody>
      </p:sp>
      <p:sp>
        <p:nvSpPr>
          <p:cNvPr id="577" name="Google Shape;577;p20"/>
          <p:cNvSpPr txBox="1"/>
          <p:nvPr/>
        </p:nvSpPr>
        <p:spPr>
          <a:xfrm>
            <a:off x="5578475" y="5334000"/>
            <a:ext cx="344487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/>
          </a:p>
        </p:txBody>
      </p:sp>
      <p:sp>
        <p:nvSpPr>
          <p:cNvPr id="578" name="Google Shape;578;p20"/>
          <p:cNvSpPr txBox="1"/>
          <p:nvPr/>
        </p:nvSpPr>
        <p:spPr>
          <a:xfrm>
            <a:off x="6019800" y="5562600"/>
            <a:ext cx="110966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⎡−3⎤=⎣−3⎦= −3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Plotting floor function</a:t>
            </a:r>
            <a:endParaRPr/>
          </a:p>
        </p:txBody>
      </p:sp>
      <p:sp>
        <p:nvSpPr>
          <p:cNvPr id="585" name="Google Shape;585;p21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rtl="0" algn="l"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Plot of graph of function 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⎣</a:t>
            </a:r>
            <a:r>
              <a:rPr b="0" i="1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/3⎦:</a:t>
            </a:r>
            <a:endParaRPr/>
          </a:p>
        </p:txBody>
      </p:sp>
      <p:cxnSp>
        <p:nvCxnSpPr>
          <p:cNvPr id="587" name="Google Shape;587;p21"/>
          <p:cNvCxnSpPr/>
          <p:nvPr/>
        </p:nvCxnSpPr>
        <p:spPr>
          <a:xfrm rot="10800000">
            <a:off x="4572000" y="2590800"/>
            <a:ext cx="0" cy="3276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88" name="Google Shape;588;p21"/>
          <p:cNvCxnSpPr/>
          <p:nvPr/>
        </p:nvCxnSpPr>
        <p:spPr>
          <a:xfrm>
            <a:off x="1143000" y="4191000"/>
            <a:ext cx="7162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89" name="Google Shape;589;p21"/>
          <p:cNvCxnSpPr/>
          <p:nvPr/>
        </p:nvCxnSpPr>
        <p:spPr>
          <a:xfrm>
            <a:off x="50292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0" name="Google Shape;590;p21"/>
          <p:cNvCxnSpPr/>
          <p:nvPr/>
        </p:nvCxnSpPr>
        <p:spPr>
          <a:xfrm>
            <a:off x="54864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1" name="Google Shape;591;p21"/>
          <p:cNvCxnSpPr/>
          <p:nvPr/>
        </p:nvCxnSpPr>
        <p:spPr>
          <a:xfrm>
            <a:off x="59436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2" name="Google Shape;592;p21"/>
          <p:cNvCxnSpPr/>
          <p:nvPr/>
        </p:nvCxnSpPr>
        <p:spPr>
          <a:xfrm>
            <a:off x="64008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3" name="Google Shape;593;p21"/>
          <p:cNvCxnSpPr/>
          <p:nvPr/>
        </p:nvCxnSpPr>
        <p:spPr>
          <a:xfrm>
            <a:off x="68580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4" name="Google Shape;594;p21"/>
          <p:cNvCxnSpPr/>
          <p:nvPr/>
        </p:nvCxnSpPr>
        <p:spPr>
          <a:xfrm>
            <a:off x="73152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5" name="Google Shape;595;p21"/>
          <p:cNvCxnSpPr/>
          <p:nvPr/>
        </p:nvCxnSpPr>
        <p:spPr>
          <a:xfrm>
            <a:off x="77724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6" name="Google Shape;596;p21"/>
          <p:cNvCxnSpPr/>
          <p:nvPr/>
        </p:nvCxnSpPr>
        <p:spPr>
          <a:xfrm rot="10800000">
            <a:off x="4419600" y="3733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7" name="Google Shape;597;p21"/>
          <p:cNvCxnSpPr/>
          <p:nvPr/>
        </p:nvCxnSpPr>
        <p:spPr>
          <a:xfrm rot="10800000">
            <a:off x="4419600" y="3352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8" name="Google Shape;598;p21"/>
          <p:cNvCxnSpPr/>
          <p:nvPr/>
        </p:nvCxnSpPr>
        <p:spPr>
          <a:xfrm rot="10800000">
            <a:off x="4419600" y="2971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9" name="Google Shape;599;p21"/>
          <p:cNvCxnSpPr/>
          <p:nvPr/>
        </p:nvCxnSpPr>
        <p:spPr>
          <a:xfrm rot="10800000">
            <a:off x="4419600" y="4572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0" name="Google Shape;600;p21"/>
          <p:cNvCxnSpPr/>
          <p:nvPr/>
        </p:nvCxnSpPr>
        <p:spPr>
          <a:xfrm rot="10800000">
            <a:off x="4419600" y="4953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1" name="Google Shape;601;p21"/>
          <p:cNvCxnSpPr/>
          <p:nvPr/>
        </p:nvCxnSpPr>
        <p:spPr>
          <a:xfrm rot="10800000">
            <a:off x="4419600" y="5334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2" name="Google Shape;602;p21"/>
          <p:cNvCxnSpPr/>
          <p:nvPr/>
        </p:nvCxnSpPr>
        <p:spPr>
          <a:xfrm>
            <a:off x="41148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3" name="Google Shape;603;p21"/>
          <p:cNvCxnSpPr/>
          <p:nvPr/>
        </p:nvCxnSpPr>
        <p:spPr>
          <a:xfrm>
            <a:off x="36576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4" name="Google Shape;604;p21"/>
          <p:cNvCxnSpPr/>
          <p:nvPr/>
        </p:nvCxnSpPr>
        <p:spPr>
          <a:xfrm>
            <a:off x="32004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5" name="Google Shape;605;p21"/>
          <p:cNvCxnSpPr/>
          <p:nvPr/>
        </p:nvCxnSpPr>
        <p:spPr>
          <a:xfrm>
            <a:off x="27432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6" name="Google Shape;606;p21"/>
          <p:cNvCxnSpPr/>
          <p:nvPr/>
        </p:nvCxnSpPr>
        <p:spPr>
          <a:xfrm>
            <a:off x="22860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7" name="Google Shape;607;p21"/>
          <p:cNvCxnSpPr/>
          <p:nvPr/>
        </p:nvCxnSpPr>
        <p:spPr>
          <a:xfrm>
            <a:off x="1828800" y="4038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08" name="Google Shape;608;p21"/>
          <p:cNvSpPr/>
          <p:nvPr/>
        </p:nvSpPr>
        <p:spPr>
          <a:xfrm>
            <a:off x="4495800" y="4114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7239000" y="3276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3124200" y="4495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1752600" y="4876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5867400" y="4114800"/>
            <a:ext cx="152400" cy="15240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14" name="Google Shape;614;p21"/>
          <p:cNvCxnSpPr/>
          <p:nvPr/>
        </p:nvCxnSpPr>
        <p:spPr>
          <a:xfrm>
            <a:off x="4572000" y="4191000"/>
            <a:ext cx="12954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5" name="Google Shape;615;p21"/>
          <p:cNvCxnSpPr/>
          <p:nvPr/>
        </p:nvCxnSpPr>
        <p:spPr>
          <a:xfrm>
            <a:off x="5943600" y="3733800"/>
            <a:ext cx="12954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6" name="Google Shape;616;p21"/>
          <p:cNvCxnSpPr/>
          <p:nvPr/>
        </p:nvCxnSpPr>
        <p:spPr>
          <a:xfrm>
            <a:off x="7315200" y="3352800"/>
            <a:ext cx="10668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7" name="Google Shape;617;p21"/>
          <p:cNvCxnSpPr/>
          <p:nvPr/>
        </p:nvCxnSpPr>
        <p:spPr>
          <a:xfrm>
            <a:off x="3200400" y="4572000"/>
            <a:ext cx="12954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8" name="Google Shape;618;p21"/>
          <p:cNvCxnSpPr/>
          <p:nvPr/>
        </p:nvCxnSpPr>
        <p:spPr>
          <a:xfrm>
            <a:off x="1828800" y="4953000"/>
            <a:ext cx="12954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19" name="Google Shape;619;p21"/>
          <p:cNvSpPr/>
          <p:nvPr/>
        </p:nvSpPr>
        <p:spPr>
          <a:xfrm>
            <a:off x="7239000" y="3657600"/>
            <a:ext cx="152400" cy="15240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4495800" y="4495800"/>
            <a:ext cx="152400" cy="15240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3124200" y="4876800"/>
            <a:ext cx="152400" cy="15240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2" name="Google Shape;622;p21"/>
          <p:cNvSpPr txBox="1"/>
          <p:nvPr/>
        </p:nvSpPr>
        <p:spPr>
          <a:xfrm>
            <a:off x="7924800" y="4114800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23" name="Google Shape;623;p21"/>
          <p:cNvSpPr txBox="1"/>
          <p:nvPr/>
        </p:nvSpPr>
        <p:spPr>
          <a:xfrm>
            <a:off x="4648200" y="2362200"/>
            <a:ext cx="606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</a:t>
            </a:r>
            <a:endParaRPr/>
          </a:p>
        </p:txBody>
      </p:sp>
      <p:cxnSp>
        <p:nvCxnSpPr>
          <p:cNvPr id="624" name="Google Shape;624;p21"/>
          <p:cNvCxnSpPr/>
          <p:nvPr/>
        </p:nvCxnSpPr>
        <p:spPr>
          <a:xfrm>
            <a:off x="762000" y="5334000"/>
            <a:ext cx="990600" cy="0"/>
          </a:xfrm>
          <a:prstGeom prst="straightConnector1">
            <a:avLst/>
          </a:prstGeom>
          <a:noFill/>
          <a:ln cap="flat" cmpd="sng" w="635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25" name="Google Shape;625;p21"/>
          <p:cNvSpPr/>
          <p:nvPr/>
        </p:nvSpPr>
        <p:spPr>
          <a:xfrm>
            <a:off x="1752600" y="5257800"/>
            <a:ext cx="152400" cy="15240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6" name="Google Shape;626;p21"/>
          <p:cNvSpPr txBox="1"/>
          <p:nvPr/>
        </p:nvSpPr>
        <p:spPr>
          <a:xfrm>
            <a:off x="1281112" y="3124200"/>
            <a:ext cx="2713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points (</a:t>
            </a:r>
            <a:r>
              <a:rPr b="0" i="1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/>
          </a:p>
        </p:txBody>
      </p:sp>
      <p:sp>
        <p:nvSpPr>
          <p:cNvPr id="627" name="Google Shape;627;p21"/>
          <p:cNvSpPr txBox="1"/>
          <p:nvPr/>
        </p:nvSpPr>
        <p:spPr>
          <a:xfrm>
            <a:off x="5715000" y="41910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/>
          </a:p>
        </p:txBody>
      </p:sp>
      <p:sp>
        <p:nvSpPr>
          <p:cNvPr id="628" name="Google Shape;628;p21"/>
          <p:cNvSpPr txBox="1"/>
          <p:nvPr/>
        </p:nvSpPr>
        <p:spPr>
          <a:xfrm>
            <a:off x="4727575" y="4724400"/>
            <a:ext cx="503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/>
          </a:p>
        </p:txBody>
      </p:sp>
      <p:sp>
        <p:nvSpPr>
          <p:cNvPr id="629" name="Google Shape;629;p21"/>
          <p:cNvSpPr txBox="1"/>
          <p:nvPr/>
        </p:nvSpPr>
        <p:spPr>
          <a:xfrm>
            <a:off x="4800600" y="3124200"/>
            <a:ext cx="50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/>
          </a:p>
        </p:txBody>
      </p:sp>
      <p:sp>
        <p:nvSpPr>
          <p:cNvPr id="630" name="Google Shape;630;p21"/>
          <p:cNvSpPr txBox="1"/>
          <p:nvPr/>
        </p:nvSpPr>
        <p:spPr>
          <a:xfrm>
            <a:off x="2971800" y="4114800"/>
            <a:ext cx="503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Identity function</a:t>
            </a:r>
            <a:endParaRPr/>
          </a:p>
        </p:txBody>
      </p:sp>
      <p:sp>
        <p:nvSpPr>
          <p:cNvPr id="637" name="Google Shape;637;p22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any domain X, the 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identity function I:X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→X is the unique function such that ∀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∈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)=</a:t>
            </a:r>
            <a:r>
              <a:rPr b="0" i="1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403860" lvl="0" marL="5715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71500" lvl="0" marL="5715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Note that the identity function is both one-to-one and onto (bijective).</a:t>
            </a:r>
            <a:endParaRPr/>
          </a:p>
          <a:p>
            <a:pPr indent="-175260" lvl="0" marL="342900" rtl="0" algn="l">
              <a:spcBef>
                <a:spcPts val="48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 txBox="1"/>
          <p:nvPr>
            <p:ph type="title"/>
          </p:nvPr>
        </p:nvSpPr>
        <p:spPr>
          <a:xfrm>
            <a:off x="6096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Identity Function Illustrations</a:t>
            </a:r>
            <a:endParaRPr/>
          </a:p>
        </p:txBody>
      </p:sp>
      <p:sp>
        <p:nvSpPr>
          <p:cNvPr id="644" name="Google Shape;644;p23"/>
          <p:cNvSpPr txBox="1"/>
          <p:nvPr>
            <p:ph idx="1" type="body"/>
          </p:nvPr>
        </p:nvSpPr>
        <p:spPr>
          <a:xfrm>
            <a:off x="8382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5260" lvl="0" marL="342900" rtl="0" algn="l"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609600" y="1752600"/>
            <a:ext cx="7772400" cy="41148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identity function:</a:t>
            </a:r>
            <a:endParaRPr/>
          </a:p>
        </p:txBody>
      </p:sp>
      <p:grpSp>
        <p:nvGrpSpPr>
          <p:cNvPr id="646" name="Google Shape;646;p23"/>
          <p:cNvGrpSpPr/>
          <p:nvPr/>
        </p:nvGrpSpPr>
        <p:grpSpPr>
          <a:xfrm>
            <a:off x="3048000" y="2819400"/>
            <a:ext cx="2286000" cy="2590800"/>
            <a:chOff x="1920" y="1776"/>
            <a:chExt cx="1440" cy="1632"/>
          </a:xfrm>
        </p:grpSpPr>
        <p:sp>
          <p:nvSpPr>
            <p:cNvPr id="647" name="Google Shape;647;p23"/>
            <p:cNvSpPr/>
            <p:nvPr/>
          </p:nvSpPr>
          <p:spPr>
            <a:xfrm>
              <a:off x="1920" y="1776"/>
              <a:ext cx="1440" cy="1632"/>
            </a:xfrm>
            <a:prstGeom prst="ellipse">
              <a:avLst/>
            </a:prstGeom>
            <a:solidFill>
              <a:srgbClr val="33CC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48" name="Google Shape;648;p23"/>
            <p:cNvGrpSpPr/>
            <p:nvPr/>
          </p:nvGrpSpPr>
          <p:grpSpPr>
            <a:xfrm>
              <a:off x="2112" y="2016"/>
              <a:ext cx="275" cy="358"/>
              <a:chOff x="958" y="2234"/>
              <a:chExt cx="275" cy="358"/>
            </a:xfrm>
          </p:grpSpPr>
          <p:sp>
            <p:nvSpPr>
              <p:cNvPr id="649" name="Google Shape;649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50" name="Google Shape;650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51" name="Google Shape;651;p23"/>
            <p:cNvGrpSpPr/>
            <p:nvPr/>
          </p:nvGrpSpPr>
          <p:grpSpPr>
            <a:xfrm>
              <a:off x="2064" y="2784"/>
              <a:ext cx="275" cy="358"/>
              <a:chOff x="958" y="2234"/>
              <a:chExt cx="275" cy="358"/>
            </a:xfrm>
          </p:grpSpPr>
          <p:sp>
            <p:nvSpPr>
              <p:cNvPr id="652" name="Google Shape;652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53" name="Google Shape;653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54" name="Google Shape;654;p23"/>
            <p:cNvGrpSpPr/>
            <p:nvPr/>
          </p:nvGrpSpPr>
          <p:grpSpPr>
            <a:xfrm>
              <a:off x="2400" y="1920"/>
              <a:ext cx="275" cy="358"/>
              <a:chOff x="958" y="2234"/>
              <a:chExt cx="275" cy="358"/>
            </a:xfrm>
          </p:grpSpPr>
          <p:sp>
            <p:nvSpPr>
              <p:cNvPr id="655" name="Google Shape;655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56" name="Google Shape;656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57" name="Google Shape;657;p23"/>
            <p:cNvGrpSpPr/>
            <p:nvPr/>
          </p:nvGrpSpPr>
          <p:grpSpPr>
            <a:xfrm>
              <a:off x="2448" y="2688"/>
              <a:ext cx="275" cy="358"/>
              <a:chOff x="958" y="2234"/>
              <a:chExt cx="275" cy="358"/>
            </a:xfrm>
          </p:grpSpPr>
          <p:sp>
            <p:nvSpPr>
              <p:cNvPr id="658" name="Google Shape;658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59" name="Google Shape;659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60" name="Google Shape;660;p23"/>
            <p:cNvGrpSpPr/>
            <p:nvPr/>
          </p:nvGrpSpPr>
          <p:grpSpPr>
            <a:xfrm>
              <a:off x="2640" y="2256"/>
              <a:ext cx="275" cy="358"/>
              <a:chOff x="958" y="2234"/>
              <a:chExt cx="275" cy="358"/>
            </a:xfrm>
          </p:grpSpPr>
          <p:sp>
            <p:nvSpPr>
              <p:cNvPr id="661" name="Google Shape;661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62" name="Google Shape;662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63" name="Google Shape;663;p23"/>
            <p:cNvGrpSpPr/>
            <p:nvPr/>
          </p:nvGrpSpPr>
          <p:grpSpPr>
            <a:xfrm>
              <a:off x="2016" y="2400"/>
              <a:ext cx="275" cy="358"/>
              <a:chOff x="958" y="2234"/>
              <a:chExt cx="275" cy="358"/>
            </a:xfrm>
          </p:grpSpPr>
          <p:sp>
            <p:nvSpPr>
              <p:cNvPr id="664" name="Google Shape;664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65" name="Google Shape;665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66" name="Google Shape;666;p23"/>
            <p:cNvGrpSpPr/>
            <p:nvPr/>
          </p:nvGrpSpPr>
          <p:grpSpPr>
            <a:xfrm>
              <a:off x="2976" y="2352"/>
              <a:ext cx="275" cy="358"/>
              <a:chOff x="958" y="2234"/>
              <a:chExt cx="275" cy="358"/>
            </a:xfrm>
          </p:grpSpPr>
          <p:sp>
            <p:nvSpPr>
              <p:cNvPr id="667" name="Google Shape;667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68" name="Google Shape;668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69" name="Google Shape;669;p23"/>
            <p:cNvGrpSpPr/>
            <p:nvPr/>
          </p:nvGrpSpPr>
          <p:grpSpPr>
            <a:xfrm>
              <a:off x="2832" y="2736"/>
              <a:ext cx="275" cy="358"/>
              <a:chOff x="958" y="2234"/>
              <a:chExt cx="275" cy="358"/>
            </a:xfrm>
          </p:grpSpPr>
          <p:sp>
            <p:nvSpPr>
              <p:cNvPr id="670" name="Google Shape;670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71" name="Google Shape;671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72" name="Google Shape;672;p23"/>
            <p:cNvGrpSpPr/>
            <p:nvPr/>
          </p:nvGrpSpPr>
          <p:grpSpPr>
            <a:xfrm>
              <a:off x="2400" y="2976"/>
              <a:ext cx="275" cy="358"/>
              <a:chOff x="958" y="2234"/>
              <a:chExt cx="275" cy="358"/>
            </a:xfrm>
          </p:grpSpPr>
          <p:sp>
            <p:nvSpPr>
              <p:cNvPr id="673" name="Google Shape;673;p23"/>
              <p:cNvSpPr txBox="1"/>
              <p:nvPr/>
            </p:nvSpPr>
            <p:spPr>
              <a:xfrm>
                <a:off x="1008" y="2304"/>
                <a:ext cx="18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</a:t>
                </a:r>
                <a:endParaRPr/>
              </a:p>
            </p:txBody>
          </p:sp>
          <p:sp>
            <p:nvSpPr>
              <p:cNvPr id="674" name="Google Shape;674;p23"/>
              <p:cNvSpPr/>
              <p:nvPr/>
            </p:nvSpPr>
            <p:spPr>
              <a:xfrm>
                <a:off x="958" y="2234"/>
                <a:ext cx="275" cy="214"/>
              </a:xfrm>
              <a:custGeom>
                <a:rect b="b" l="l" r="r" t="t"/>
                <a:pathLst>
                  <a:path extrusionOk="0" h="214" w="275">
                    <a:moveTo>
                      <a:pt x="193" y="206"/>
                    </a:moveTo>
                    <a:cubicBezTo>
                      <a:pt x="205" y="187"/>
                      <a:pt x="275" y="127"/>
                      <a:pt x="266" y="93"/>
                    </a:cubicBezTo>
                    <a:cubicBezTo>
                      <a:pt x="257" y="59"/>
                      <a:pt x="180" y="8"/>
                      <a:pt x="137" y="4"/>
                    </a:cubicBezTo>
                    <a:cubicBezTo>
                      <a:pt x="94" y="0"/>
                      <a:pt x="14" y="34"/>
                      <a:pt x="7" y="69"/>
                    </a:cubicBezTo>
                    <a:cubicBezTo>
                      <a:pt x="0" y="104"/>
                      <a:pt x="78" y="184"/>
                      <a:pt x="96" y="214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675" name="Google Shape;675;p23"/>
          <p:cNvSpPr txBox="1"/>
          <p:nvPr/>
        </p:nvSpPr>
        <p:spPr>
          <a:xfrm>
            <a:off x="2971800" y="5486400"/>
            <a:ext cx="2433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and range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2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3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0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9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7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6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8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5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2001-04-26T04:38:43Z</dcterms:created>
  <dc:creator>Julia I. Couto</dc:creator>
</cp:coreProperties>
</file>